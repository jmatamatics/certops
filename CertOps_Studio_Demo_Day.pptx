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9" r:id="rId1"/>
  </p:sldMasterIdLst>
  <p:notesMasterIdLst>
    <p:notesMasterId r:id="rId14"/>
  </p:notesMasterIdLst>
  <p:sldIdLst>
    <p:sldId id="256" r:id="rId2"/>
    <p:sldId id="269" r:id="rId3"/>
    <p:sldId id="2147483418" r:id="rId4"/>
    <p:sldId id="2147483422" r:id="rId5"/>
    <p:sldId id="268" r:id="rId6"/>
    <p:sldId id="2147483424" r:id="rId7"/>
    <p:sldId id="2147483425" r:id="rId8"/>
    <p:sldId id="2147483427" r:id="rId9"/>
    <p:sldId id="2147483423" r:id="rId10"/>
    <p:sldId id="2147483426" r:id="rId11"/>
    <p:sldId id="265" r:id="rId12"/>
    <p:sldId id="267" r:id="rId13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B14627-278E-1D46-8892-43F72A674C91}" v="624" dt="2026-03-18T03:15:23.8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653"/>
    <p:restoredTop sz="73244"/>
  </p:normalViewPr>
  <p:slideViewPr>
    <p:cSldViewPr snapToGrid="0" snapToObjects="1">
      <p:cViewPr>
        <p:scale>
          <a:sx n="202" d="100"/>
          <a:sy n="202" d="100"/>
        </p:scale>
        <p:origin x="2328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eph Mata" userId="7bc4e0a3-43fe-410e-ab0b-dd6ac2ed59a7" providerId="ADAL" clId="{20AA238B-BA4D-59F0-BE88-0BD221C4FFE9}"/>
    <pc:docChg chg="undo custSel mod addSld delSld modSld sldOrd">
      <pc:chgData name="Joseph Mata" userId="7bc4e0a3-43fe-410e-ab0b-dd6ac2ed59a7" providerId="ADAL" clId="{20AA238B-BA4D-59F0-BE88-0BD221C4FFE9}" dt="2026-03-18T03:16:24.839" v="2679" actId="5793"/>
      <pc:docMkLst>
        <pc:docMk/>
      </pc:docMkLst>
      <pc:sldChg chg="addSp delSp modSp mod ord setBg modNotesTx">
        <pc:chgData name="Joseph Mata" userId="7bc4e0a3-43fe-410e-ab0b-dd6ac2ed59a7" providerId="ADAL" clId="{20AA238B-BA4D-59F0-BE88-0BD221C4FFE9}" dt="2026-03-18T02:22:22.898" v="2085" actId="20577"/>
        <pc:sldMkLst>
          <pc:docMk/>
          <pc:sldMk cId="0" sldId="256"/>
        </pc:sldMkLst>
        <pc:spChg chg="mod">
          <ac:chgData name="Joseph Mata" userId="7bc4e0a3-43fe-410e-ab0b-dd6ac2ed59a7" providerId="ADAL" clId="{20AA238B-BA4D-59F0-BE88-0BD221C4FFE9}" dt="2026-03-17T11:04:43.437" v="125" actId="26606"/>
          <ac:spMkLst>
            <pc:docMk/>
            <pc:sldMk cId="0" sldId="256"/>
            <ac:spMk id="2" creationId="{00000000-0000-0000-0000-000000000000}"/>
          </ac:spMkLst>
        </pc:spChg>
        <pc:spChg chg="mod">
          <ac:chgData name="Joseph Mata" userId="7bc4e0a3-43fe-410e-ab0b-dd6ac2ed59a7" providerId="ADAL" clId="{20AA238B-BA4D-59F0-BE88-0BD221C4FFE9}" dt="2026-03-17T11:04:43.437" v="125" actId="26606"/>
          <ac:spMkLst>
            <pc:docMk/>
            <pc:sldMk cId="0" sldId="256"/>
            <ac:spMk id="3" creationId="{00000000-0000-0000-0000-000000000000}"/>
          </ac:spMkLst>
        </pc:spChg>
        <pc:spChg chg="del mod">
          <ac:chgData name="Joseph Mata" userId="7bc4e0a3-43fe-410e-ab0b-dd6ac2ed59a7" providerId="ADAL" clId="{20AA238B-BA4D-59F0-BE88-0BD221C4FFE9}" dt="2026-03-17T11:08:56.131" v="198" actId="478"/>
          <ac:spMkLst>
            <pc:docMk/>
            <pc:sldMk cId="0" sldId="256"/>
            <ac:spMk id="4" creationId="{00000000-0000-0000-0000-000000000000}"/>
          </ac:spMkLst>
        </pc:spChg>
        <pc:spChg chg="mod">
          <ac:chgData name="Joseph Mata" userId="7bc4e0a3-43fe-410e-ab0b-dd6ac2ed59a7" providerId="ADAL" clId="{20AA238B-BA4D-59F0-BE88-0BD221C4FFE9}" dt="2026-03-17T11:09:33.386" v="223" actId="1076"/>
          <ac:spMkLst>
            <pc:docMk/>
            <pc:sldMk cId="0" sldId="256"/>
            <ac:spMk id="5" creationId="{00000000-0000-0000-0000-000000000000}"/>
          </ac:spMkLst>
        </pc:spChg>
        <pc:spChg chg="add del mod">
          <ac:chgData name="Joseph Mata" userId="7bc4e0a3-43fe-410e-ab0b-dd6ac2ed59a7" providerId="ADAL" clId="{20AA238B-BA4D-59F0-BE88-0BD221C4FFE9}" dt="2026-03-17T11:09:37.551" v="225"/>
          <ac:spMkLst>
            <pc:docMk/>
            <pc:sldMk cId="0" sldId="256"/>
            <ac:spMk id="6" creationId="{8E466A05-161F-FDEB-BF8D-5C64A079E1EC}"/>
          </ac:spMkLst>
        </pc:spChg>
        <pc:spChg chg="add del mod">
          <ac:chgData name="Joseph Mata" userId="7bc4e0a3-43fe-410e-ab0b-dd6ac2ed59a7" providerId="ADAL" clId="{20AA238B-BA4D-59F0-BE88-0BD221C4FFE9}" dt="2026-03-17T11:09:45.940" v="230" actId="47"/>
          <ac:spMkLst>
            <pc:docMk/>
            <pc:sldMk cId="0" sldId="256"/>
            <ac:spMk id="7" creationId="{18E37404-1177-E0E4-2BB7-59EF8136A294}"/>
          </ac:spMkLst>
        </pc:spChg>
        <pc:spChg chg="add mod">
          <ac:chgData name="Joseph Mata" userId="7bc4e0a3-43fe-410e-ab0b-dd6ac2ed59a7" providerId="ADAL" clId="{20AA238B-BA4D-59F0-BE88-0BD221C4FFE9}" dt="2026-03-17T11:09:47.530" v="231" actId="571"/>
          <ac:spMkLst>
            <pc:docMk/>
            <pc:sldMk cId="0" sldId="256"/>
            <ac:spMk id="8" creationId="{48A818AF-F424-8980-FA76-D80A92C87EEE}"/>
          </ac:spMkLst>
        </pc:spChg>
        <pc:spChg chg="add del">
          <ac:chgData name="Joseph Mata" userId="7bc4e0a3-43fe-410e-ab0b-dd6ac2ed59a7" providerId="ADAL" clId="{20AA238B-BA4D-59F0-BE88-0BD221C4FFE9}" dt="2026-03-17T11:04:43.437" v="125" actId="26606"/>
          <ac:spMkLst>
            <pc:docMk/>
            <pc:sldMk cId="0" sldId="256"/>
            <ac:spMk id="10" creationId="{934F1179-B481-4F9E-BCA3-AFB972070F83}"/>
          </ac:spMkLst>
        </pc:spChg>
        <pc:spChg chg="add del">
          <ac:chgData name="Joseph Mata" userId="7bc4e0a3-43fe-410e-ab0b-dd6ac2ed59a7" providerId="ADAL" clId="{20AA238B-BA4D-59F0-BE88-0BD221C4FFE9}" dt="2026-03-17T11:04:43.437" v="125" actId="26606"/>
          <ac:spMkLst>
            <pc:docMk/>
            <pc:sldMk cId="0" sldId="256"/>
            <ac:spMk id="12" creationId="{827DC2C4-B485-428A-BF4A-472D2967F47F}"/>
          </ac:spMkLst>
        </pc:spChg>
        <pc:spChg chg="add del">
          <ac:chgData name="Joseph Mata" userId="7bc4e0a3-43fe-410e-ab0b-dd6ac2ed59a7" providerId="ADAL" clId="{20AA238B-BA4D-59F0-BE88-0BD221C4FFE9}" dt="2026-03-17T11:04:43.437" v="125" actId="26606"/>
          <ac:spMkLst>
            <pc:docMk/>
            <pc:sldMk cId="0" sldId="256"/>
            <ac:spMk id="14" creationId="{EE04B5EB-F158-4507-90DD-BD23620C7CC9}"/>
          </ac:spMkLst>
        </pc:spChg>
      </pc:sldChg>
      <pc:sldChg chg="del">
        <pc:chgData name="Joseph Mata" userId="7bc4e0a3-43fe-410e-ab0b-dd6ac2ed59a7" providerId="ADAL" clId="{20AA238B-BA4D-59F0-BE88-0BD221C4FFE9}" dt="2026-03-17T21:25:21.327" v="1812" actId="2696"/>
        <pc:sldMkLst>
          <pc:docMk/>
          <pc:sldMk cId="0" sldId="257"/>
        </pc:sldMkLst>
      </pc:sldChg>
      <pc:sldChg chg="del">
        <pc:chgData name="Joseph Mata" userId="7bc4e0a3-43fe-410e-ab0b-dd6ac2ed59a7" providerId="ADAL" clId="{20AA238B-BA4D-59F0-BE88-0BD221C4FFE9}" dt="2026-03-17T21:25:17.885" v="1811" actId="2696"/>
        <pc:sldMkLst>
          <pc:docMk/>
          <pc:sldMk cId="0" sldId="258"/>
        </pc:sldMkLst>
      </pc:sldChg>
      <pc:sldChg chg="del">
        <pc:chgData name="Joseph Mata" userId="7bc4e0a3-43fe-410e-ab0b-dd6ac2ed59a7" providerId="ADAL" clId="{20AA238B-BA4D-59F0-BE88-0BD221C4FFE9}" dt="2026-03-17T21:25:12.448" v="1810" actId="2696"/>
        <pc:sldMkLst>
          <pc:docMk/>
          <pc:sldMk cId="0" sldId="259"/>
        </pc:sldMkLst>
      </pc:sldChg>
      <pc:sldChg chg="addSp delSp modSp del mod">
        <pc:chgData name="Joseph Mata" userId="7bc4e0a3-43fe-410e-ab0b-dd6ac2ed59a7" providerId="ADAL" clId="{20AA238B-BA4D-59F0-BE88-0BD221C4FFE9}" dt="2026-03-17T21:36:19.077" v="1976" actId="2696"/>
        <pc:sldMkLst>
          <pc:docMk/>
          <pc:sldMk cId="0" sldId="260"/>
        </pc:sldMkLst>
        <pc:spChg chg="add del mod">
          <ac:chgData name="Joseph Mata" userId="7bc4e0a3-43fe-410e-ab0b-dd6ac2ed59a7" providerId="ADAL" clId="{20AA238B-BA4D-59F0-BE88-0BD221C4FFE9}" dt="2026-03-17T11:04:02.059" v="121"/>
          <ac:spMkLst>
            <pc:docMk/>
            <pc:sldMk cId="0" sldId="260"/>
            <ac:spMk id="4" creationId="{8C0A7AE9-4801-369A-3E98-D6D08936E6E6}"/>
          </ac:spMkLst>
        </pc:spChg>
        <pc:spChg chg="add del mod">
          <ac:chgData name="Joseph Mata" userId="7bc4e0a3-43fe-410e-ab0b-dd6ac2ed59a7" providerId="ADAL" clId="{20AA238B-BA4D-59F0-BE88-0BD221C4FFE9}" dt="2026-03-17T11:04:03.321" v="123"/>
          <ac:spMkLst>
            <pc:docMk/>
            <pc:sldMk cId="0" sldId="260"/>
            <ac:spMk id="5" creationId="{16B5581F-F1AD-F7F2-7B6A-9828461A6127}"/>
          </ac:spMkLst>
        </pc:spChg>
      </pc:sldChg>
      <pc:sldChg chg="del">
        <pc:chgData name="Joseph Mata" userId="7bc4e0a3-43fe-410e-ab0b-dd6ac2ed59a7" providerId="ADAL" clId="{20AA238B-BA4D-59F0-BE88-0BD221C4FFE9}" dt="2026-03-17T21:25:08.298" v="1809" actId="2696"/>
        <pc:sldMkLst>
          <pc:docMk/>
          <pc:sldMk cId="0" sldId="261"/>
        </pc:sldMkLst>
      </pc:sldChg>
      <pc:sldChg chg="modSp del mod">
        <pc:chgData name="Joseph Mata" userId="7bc4e0a3-43fe-410e-ab0b-dd6ac2ed59a7" providerId="ADAL" clId="{20AA238B-BA4D-59F0-BE88-0BD221C4FFE9}" dt="2026-03-17T21:35:21.252" v="1949" actId="2696"/>
        <pc:sldMkLst>
          <pc:docMk/>
          <pc:sldMk cId="0" sldId="262"/>
        </pc:sldMkLst>
      </pc:sldChg>
      <pc:sldChg chg="del">
        <pc:chgData name="Joseph Mata" userId="7bc4e0a3-43fe-410e-ab0b-dd6ac2ed59a7" providerId="ADAL" clId="{20AA238B-BA4D-59F0-BE88-0BD221C4FFE9}" dt="2026-03-17T21:25:04.048" v="1808" actId="2696"/>
        <pc:sldMkLst>
          <pc:docMk/>
          <pc:sldMk cId="0" sldId="263"/>
        </pc:sldMkLst>
      </pc:sldChg>
      <pc:sldChg chg="del">
        <pc:chgData name="Joseph Mata" userId="7bc4e0a3-43fe-410e-ab0b-dd6ac2ed59a7" providerId="ADAL" clId="{20AA238B-BA4D-59F0-BE88-0BD221C4FFE9}" dt="2026-03-17T21:06:55.204" v="1539" actId="2696"/>
        <pc:sldMkLst>
          <pc:docMk/>
          <pc:sldMk cId="0" sldId="264"/>
        </pc:sldMkLst>
      </pc:sldChg>
      <pc:sldChg chg="delSp modSp mod setBg">
        <pc:chgData name="Joseph Mata" userId="7bc4e0a3-43fe-410e-ab0b-dd6ac2ed59a7" providerId="ADAL" clId="{20AA238B-BA4D-59F0-BE88-0BD221C4FFE9}" dt="2026-03-17T21:36:03.395" v="1974"/>
        <pc:sldMkLst>
          <pc:docMk/>
          <pc:sldMk cId="0" sldId="265"/>
        </pc:sldMkLst>
        <pc:spChg chg="mod">
          <ac:chgData name="Joseph Mata" userId="7bc4e0a3-43fe-410e-ab0b-dd6ac2ed59a7" providerId="ADAL" clId="{20AA238B-BA4D-59F0-BE88-0BD221C4FFE9}" dt="2026-03-17T21:35:56.516" v="1973" actId="20577"/>
          <ac:spMkLst>
            <pc:docMk/>
            <pc:sldMk cId="0" sldId="265"/>
            <ac:spMk id="2" creationId="{00000000-0000-0000-0000-000000000000}"/>
          </ac:spMkLst>
        </pc:spChg>
        <pc:spChg chg="del">
          <ac:chgData name="Joseph Mata" userId="7bc4e0a3-43fe-410e-ab0b-dd6ac2ed59a7" providerId="ADAL" clId="{20AA238B-BA4D-59F0-BE88-0BD221C4FFE9}" dt="2026-03-17T21:35:51.087" v="1971" actId="478"/>
          <ac:spMkLst>
            <pc:docMk/>
            <pc:sldMk cId="0" sldId="265"/>
            <ac:spMk id="4" creationId="{00000000-0000-0000-0000-000000000000}"/>
          </ac:spMkLst>
        </pc:spChg>
        <pc:spChg chg="del">
          <ac:chgData name="Joseph Mata" userId="7bc4e0a3-43fe-410e-ab0b-dd6ac2ed59a7" providerId="ADAL" clId="{20AA238B-BA4D-59F0-BE88-0BD221C4FFE9}" dt="2026-03-17T21:35:53.431" v="1972" actId="478"/>
          <ac:spMkLst>
            <pc:docMk/>
            <pc:sldMk cId="0" sldId="265"/>
            <ac:spMk id="5" creationId="{00000000-0000-0000-0000-000000000000}"/>
          </ac:spMkLst>
        </pc:spChg>
      </pc:sldChg>
      <pc:sldChg chg="addSp delSp modSp add del mod setBg">
        <pc:chgData name="Joseph Mata" userId="7bc4e0a3-43fe-410e-ab0b-dd6ac2ed59a7" providerId="ADAL" clId="{20AA238B-BA4D-59F0-BE88-0BD221C4FFE9}" dt="2026-03-17T21:25:24.424" v="1813" actId="2696"/>
        <pc:sldMkLst>
          <pc:docMk/>
          <pc:sldMk cId="1843555247" sldId="266"/>
        </pc:sldMkLst>
      </pc:sldChg>
      <pc:sldChg chg="addSp delSp modSp add mod ord setBg">
        <pc:chgData name="Joseph Mata" userId="7bc4e0a3-43fe-410e-ab0b-dd6ac2ed59a7" providerId="ADAL" clId="{20AA238B-BA4D-59F0-BE88-0BD221C4FFE9}" dt="2026-03-17T21:37:29.610" v="1981"/>
        <pc:sldMkLst>
          <pc:docMk/>
          <pc:sldMk cId="243306271" sldId="267"/>
        </pc:sldMkLst>
        <pc:spChg chg="add mod">
          <ac:chgData name="Joseph Mata" userId="7bc4e0a3-43fe-410e-ab0b-dd6ac2ed59a7" providerId="ADAL" clId="{20AA238B-BA4D-59F0-BE88-0BD221C4FFE9}" dt="2026-03-17T20:11:10.510" v="1204" actId="1076"/>
          <ac:spMkLst>
            <pc:docMk/>
            <pc:sldMk cId="243306271" sldId="267"/>
            <ac:spMk id="2" creationId="{39E73F47-5AFB-1223-9419-52001A83374D}"/>
          </ac:spMkLst>
        </pc:spChg>
        <pc:spChg chg="mod">
          <ac:chgData name="Joseph Mata" userId="7bc4e0a3-43fe-410e-ab0b-dd6ac2ed59a7" providerId="ADAL" clId="{20AA238B-BA4D-59F0-BE88-0BD221C4FFE9}" dt="2026-03-17T12:01:10.417" v="916"/>
          <ac:spMkLst>
            <pc:docMk/>
            <pc:sldMk cId="243306271" sldId="267"/>
            <ac:spMk id="4" creationId="{AA57F91F-3217-0920-610D-B74EF3BBD11A}"/>
          </ac:spMkLst>
        </pc:spChg>
        <pc:spChg chg="mod">
          <ac:chgData name="Joseph Mata" userId="7bc4e0a3-43fe-410e-ab0b-dd6ac2ed59a7" providerId="ADAL" clId="{20AA238B-BA4D-59F0-BE88-0BD221C4FFE9}" dt="2026-03-17T12:01:10.417" v="916"/>
          <ac:spMkLst>
            <pc:docMk/>
            <pc:sldMk cId="243306271" sldId="267"/>
            <ac:spMk id="5" creationId="{1CA7F34A-F9ED-C471-B77E-5E91438D142A}"/>
          </ac:spMkLst>
        </pc:spChg>
        <pc:spChg chg="mod">
          <ac:chgData name="Joseph Mata" userId="7bc4e0a3-43fe-410e-ab0b-dd6ac2ed59a7" providerId="ADAL" clId="{20AA238B-BA4D-59F0-BE88-0BD221C4FFE9}" dt="2026-03-17T12:01:10.417" v="916"/>
          <ac:spMkLst>
            <pc:docMk/>
            <pc:sldMk cId="243306271" sldId="267"/>
            <ac:spMk id="7" creationId="{8F3CC2E3-812C-D3E5-D6C8-CCB4AF989889}"/>
          </ac:spMkLst>
        </pc:spChg>
        <pc:spChg chg="mod">
          <ac:chgData name="Joseph Mata" userId="7bc4e0a3-43fe-410e-ab0b-dd6ac2ed59a7" providerId="ADAL" clId="{20AA238B-BA4D-59F0-BE88-0BD221C4FFE9}" dt="2026-03-17T12:01:10.417" v="916"/>
          <ac:spMkLst>
            <pc:docMk/>
            <pc:sldMk cId="243306271" sldId="267"/>
            <ac:spMk id="8" creationId="{8CEF66D4-67BC-88D2-06FF-CC7A5ACAB40C}"/>
          </ac:spMkLst>
        </pc:spChg>
        <pc:spChg chg="mod">
          <ac:chgData name="Joseph Mata" userId="7bc4e0a3-43fe-410e-ab0b-dd6ac2ed59a7" providerId="ADAL" clId="{20AA238B-BA4D-59F0-BE88-0BD221C4FFE9}" dt="2026-03-17T12:01:10.417" v="916"/>
          <ac:spMkLst>
            <pc:docMk/>
            <pc:sldMk cId="243306271" sldId="267"/>
            <ac:spMk id="9" creationId="{B7701AA3-726E-285E-09B7-17A94E1980D6}"/>
          </ac:spMkLst>
        </pc:spChg>
        <pc:spChg chg="mod">
          <ac:chgData name="Joseph Mata" userId="7bc4e0a3-43fe-410e-ab0b-dd6ac2ed59a7" providerId="ADAL" clId="{20AA238B-BA4D-59F0-BE88-0BD221C4FFE9}" dt="2026-03-17T12:01:10.417" v="916"/>
          <ac:spMkLst>
            <pc:docMk/>
            <pc:sldMk cId="243306271" sldId="267"/>
            <ac:spMk id="10" creationId="{FFA7DED3-A03F-7F06-E4A2-3A835020279D}"/>
          </ac:spMkLst>
        </pc:spChg>
        <pc:spChg chg="mod">
          <ac:chgData name="Joseph Mata" userId="7bc4e0a3-43fe-410e-ab0b-dd6ac2ed59a7" providerId="ADAL" clId="{20AA238B-BA4D-59F0-BE88-0BD221C4FFE9}" dt="2026-03-17T12:01:10.417" v="916"/>
          <ac:spMkLst>
            <pc:docMk/>
            <pc:sldMk cId="243306271" sldId="267"/>
            <ac:spMk id="11" creationId="{8B0A0095-CBDF-EDCE-53D4-E052A9681564}"/>
          </ac:spMkLst>
        </pc:spChg>
        <pc:spChg chg="mod">
          <ac:chgData name="Joseph Mata" userId="7bc4e0a3-43fe-410e-ab0b-dd6ac2ed59a7" providerId="ADAL" clId="{20AA238B-BA4D-59F0-BE88-0BD221C4FFE9}" dt="2026-03-17T12:01:10.417" v="916"/>
          <ac:spMkLst>
            <pc:docMk/>
            <pc:sldMk cId="243306271" sldId="267"/>
            <ac:spMk id="12" creationId="{D9E20228-30AB-166A-8116-F975C5AB1B30}"/>
          </ac:spMkLst>
        </pc:spChg>
        <pc:spChg chg="mod">
          <ac:chgData name="Joseph Mata" userId="7bc4e0a3-43fe-410e-ab0b-dd6ac2ed59a7" providerId="ADAL" clId="{20AA238B-BA4D-59F0-BE88-0BD221C4FFE9}" dt="2026-03-17T12:01:10.417" v="916"/>
          <ac:spMkLst>
            <pc:docMk/>
            <pc:sldMk cId="243306271" sldId="267"/>
            <ac:spMk id="13" creationId="{C936E11D-AE75-7DC6-071B-A60E65B3D506}"/>
          </ac:spMkLst>
        </pc:spChg>
        <pc:spChg chg="mod">
          <ac:chgData name="Joseph Mata" userId="7bc4e0a3-43fe-410e-ab0b-dd6ac2ed59a7" providerId="ADAL" clId="{20AA238B-BA4D-59F0-BE88-0BD221C4FFE9}" dt="2026-03-17T12:01:10.417" v="916"/>
          <ac:spMkLst>
            <pc:docMk/>
            <pc:sldMk cId="243306271" sldId="267"/>
            <ac:spMk id="14" creationId="{643B147C-0B2C-1903-5126-86C2DC36E662}"/>
          </ac:spMkLst>
        </pc:spChg>
        <pc:spChg chg="add mod">
          <ac:chgData name="Joseph Mata" userId="7bc4e0a3-43fe-410e-ab0b-dd6ac2ed59a7" providerId="ADAL" clId="{20AA238B-BA4D-59F0-BE88-0BD221C4FFE9}" dt="2026-03-17T21:37:29.610" v="1981"/>
          <ac:spMkLst>
            <pc:docMk/>
            <pc:sldMk cId="243306271" sldId="267"/>
            <ac:spMk id="16" creationId="{7E870609-F3F9-9349-F024-ACB4436AB602}"/>
          </ac:spMkLst>
        </pc:spChg>
        <pc:grpChg chg="mod">
          <ac:chgData name="Joseph Mata" userId="7bc4e0a3-43fe-410e-ab0b-dd6ac2ed59a7" providerId="ADAL" clId="{20AA238B-BA4D-59F0-BE88-0BD221C4FFE9}" dt="2026-03-17T20:11:01.080" v="1202" actId="1076"/>
          <ac:grpSpMkLst>
            <pc:docMk/>
            <pc:sldMk cId="243306271" sldId="267"/>
            <ac:grpSpMk id="3" creationId="{73ACECE8-8FE5-2A7C-49FE-893DB2474BA2}"/>
          </ac:grpSpMkLst>
        </pc:grpChg>
        <pc:picChg chg="del mod">
          <ac:chgData name="Joseph Mata" userId="7bc4e0a3-43fe-410e-ab0b-dd6ac2ed59a7" providerId="ADAL" clId="{20AA238B-BA4D-59F0-BE88-0BD221C4FFE9}" dt="2026-03-17T11:58:13.979" v="913" actId="478"/>
          <ac:picMkLst>
            <pc:docMk/>
            <pc:sldMk cId="243306271" sldId="267"/>
            <ac:picMk id="6" creationId="{AF967185-A4A9-7E05-D890-AD17BBC96A7B}"/>
          </ac:picMkLst>
        </pc:picChg>
        <pc:picChg chg="add mod">
          <ac:chgData name="Joseph Mata" userId="7bc4e0a3-43fe-410e-ab0b-dd6ac2ed59a7" providerId="ADAL" clId="{20AA238B-BA4D-59F0-BE88-0BD221C4FFE9}" dt="2026-03-17T21:37:29.610" v="1981"/>
          <ac:picMkLst>
            <pc:docMk/>
            <pc:sldMk cId="243306271" sldId="267"/>
            <ac:picMk id="15" creationId="{A750E607-98DE-01DA-9AD5-F145F29255E1}"/>
          </ac:picMkLst>
        </pc:picChg>
      </pc:sldChg>
      <pc:sldChg chg="addSp delSp modSp add mod setBg modAnim">
        <pc:chgData name="Joseph Mata" userId="7bc4e0a3-43fe-410e-ab0b-dd6ac2ed59a7" providerId="ADAL" clId="{20AA238B-BA4D-59F0-BE88-0BD221C4FFE9}" dt="2026-03-17T22:38:56.781" v="2037"/>
        <pc:sldMkLst>
          <pc:docMk/>
          <pc:sldMk cId="4148440160" sldId="268"/>
        </pc:sldMkLst>
        <pc:picChg chg="add del mod">
          <ac:chgData name="Joseph Mata" userId="7bc4e0a3-43fe-410e-ab0b-dd6ac2ed59a7" providerId="ADAL" clId="{20AA238B-BA4D-59F0-BE88-0BD221C4FFE9}" dt="2026-03-17T20:54:21.034" v="1359" actId="478"/>
          <ac:picMkLst>
            <pc:docMk/>
            <pc:sldMk cId="4148440160" sldId="268"/>
            <ac:picMk id="3" creationId="{F5014EBB-AE2E-4151-0ECE-9A2328385B99}"/>
          </ac:picMkLst>
        </pc:picChg>
        <pc:picChg chg="add del mod">
          <ac:chgData name="Joseph Mata" userId="7bc4e0a3-43fe-410e-ab0b-dd6ac2ed59a7" providerId="ADAL" clId="{20AA238B-BA4D-59F0-BE88-0BD221C4FFE9}" dt="2026-03-17T20:55:48.518" v="1362" actId="478"/>
          <ac:picMkLst>
            <pc:docMk/>
            <pc:sldMk cId="4148440160" sldId="268"/>
            <ac:picMk id="4" creationId="{5EF07543-2373-02DD-DBBE-C90961C65EF0}"/>
          </ac:picMkLst>
        </pc:picChg>
        <pc:picChg chg="add del mod">
          <ac:chgData name="Joseph Mata" userId="7bc4e0a3-43fe-410e-ab0b-dd6ac2ed59a7" providerId="ADAL" clId="{20AA238B-BA4D-59F0-BE88-0BD221C4FFE9}" dt="2026-03-17T20:55:50.376" v="1363" actId="478"/>
          <ac:picMkLst>
            <pc:docMk/>
            <pc:sldMk cId="4148440160" sldId="268"/>
            <ac:picMk id="6" creationId="{091D6D70-C474-BCD9-F3E5-2D5607865E32}"/>
          </ac:picMkLst>
        </pc:picChg>
        <pc:picChg chg="add mod modCrop">
          <ac:chgData name="Joseph Mata" userId="7bc4e0a3-43fe-410e-ab0b-dd6ac2ed59a7" providerId="ADAL" clId="{20AA238B-BA4D-59F0-BE88-0BD221C4FFE9}" dt="2026-03-17T21:00:19.028" v="1519" actId="1076"/>
          <ac:picMkLst>
            <pc:docMk/>
            <pc:sldMk cId="4148440160" sldId="268"/>
            <ac:picMk id="8" creationId="{D13EDA46-1535-4F57-15B1-8131E6B1EE5B}"/>
          </ac:picMkLst>
        </pc:picChg>
        <pc:picChg chg="add del mod modCrop">
          <ac:chgData name="Joseph Mata" userId="7bc4e0a3-43fe-410e-ab0b-dd6ac2ed59a7" providerId="ADAL" clId="{20AA238B-BA4D-59F0-BE88-0BD221C4FFE9}" dt="2026-03-17T22:38:55.650" v="2036" actId="478"/>
          <ac:picMkLst>
            <pc:docMk/>
            <pc:sldMk cId="4148440160" sldId="268"/>
            <ac:picMk id="9" creationId="{3B0D2E2D-450E-45AE-FEDD-22BD23128681}"/>
          </ac:picMkLst>
        </pc:picChg>
        <pc:picChg chg="add mod">
          <ac:chgData name="Joseph Mata" userId="7bc4e0a3-43fe-410e-ab0b-dd6ac2ed59a7" providerId="ADAL" clId="{20AA238B-BA4D-59F0-BE88-0BD221C4FFE9}" dt="2026-03-17T22:38:56.781" v="2037"/>
          <ac:picMkLst>
            <pc:docMk/>
            <pc:sldMk cId="4148440160" sldId="268"/>
            <ac:picMk id="10" creationId="{AD8DF6D9-9172-4468-9FBC-D9A62497CC86}"/>
          </ac:picMkLst>
        </pc:picChg>
      </pc:sldChg>
      <pc:sldChg chg="addSp delSp modSp add mod delAnim modAnim modNotesTx">
        <pc:chgData name="Joseph Mata" userId="7bc4e0a3-43fe-410e-ab0b-dd6ac2ed59a7" providerId="ADAL" clId="{20AA238B-BA4D-59F0-BE88-0BD221C4FFE9}" dt="2026-03-18T02:24:56.062" v="2094" actId="20577"/>
        <pc:sldMkLst>
          <pc:docMk/>
          <pc:sldMk cId="746043015" sldId="269"/>
        </pc:sldMkLst>
        <pc:spChg chg="del mod">
          <ac:chgData name="Joseph Mata" userId="7bc4e0a3-43fe-410e-ab0b-dd6ac2ed59a7" providerId="ADAL" clId="{20AA238B-BA4D-59F0-BE88-0BD221C4FFE9}" dt="2026-03-17T11:34:54.844" v="430" actId="478"/>
          <ac:spMkLst>
            <pc:docMk/>
            <pc:sldMk cId="746043015" sldId="269"/>
            <ac:spMk id="2" creationId="{8A752684-CF80-4B85-2929-4A79AE34BB77}"/>
          </ac:spMkLst>
        </pc:spChg>
        <pc:spChg chg="del mod">
          <ac:chgData name="Joseph Mata" userId="7bc4e0a3-43fe-410e-ab0b-dd6ac2ed59a7" providerId="ADAL" clId="{20AA238B-BA4D-59F0-BE88-0BD221C4FFE9}" dt="2026-03-17T23:55:00.039" v="2062" actId="478"/>
          <ac:spMkLst>
            <pc:docMk/>
            <pc:sldMk cId="746043015" sldId="269"/>
            <ac:spMk id="3" creationId="{45C8412A-3C81-22A3-ADD5-61D1B2A5916E}"/>
          </ac:spMkLst>
        </pc:spChg>
        <pc:spChg chg="del">
          <ac:chgData name="Joseph Mata" userId="7bc4e0a3-43fe-410e-ab0b-dd6ac2ed59a7" providerId="ADAL" clId="{20AA238B-BA4D-59F0-BE88-0BD221C4FFE9}" dt="2026-03-17T11:38:41.812" v="589" actId="478"/>
          <ac:spMkLst>
            <pc:docMk/>
            <pc:sldMk cId="746043015" sldId="269"/>
            <ac:spMk id="5" creationId="{E5E1CD56-9364-7A3C-B049-01ABA59B6353}"/>
          </ac:spMkLst>
        </pc:spChg>
        <pc:spChg chg="del mod topLvl">
          <ac:chgData name="Joseph Mata" userId="7bc4e0a3-43fe-410e-ab0b-dd6ac2ed59a7" providerId="ADAL" clId="{20AA238B-BA4D-59F0-BE88-0BD221C4FFE9}" dt="2026-03-17T11:28:31.338" v="400" actId="478"/>
          <ac:spMkLst>
            <pc:docMk/>
            <pc:sldMk cId="746043015" sldId="269"/>
            <ac:spMk id="6" creationId="{02B5C6E9-9E9F-C693-69EB-3DE6DAD5BE77}"/>
          </ac:spMkLst>
        </pc:spChg>
        <pc:spChg chg="add mod">
          <ac:chgData name="Joseph Mata" userId="7bc4e0a3-43fe-410e-ab0b-dd6ac2ed59a7" providerId="ADAL" clId="{20AA238B-BA4D-59F0-BE88-0BD221C4FFE9}" dt="2026-03-17T21:23:42.061" v="1768" actId="207"/>
          <ac:spMkLst>
            <pc:docMk/>
            <pc:sldMk cId="746043015" sldId="269"/>
            <ac:spMk id="13" creationId="{64A35CB2-0C30-40EC-6173-446F1E16B6A5}"/>
          </ac:spMkLst>
        </pc:spChg>
        <pc:spChg chg="add mod">
          <ac:chgData name="Joseph Mata" userId="7bc4e0a3-43fe-410e-ab0b-dd6ac2ed59a7" providerId="ADAL" clId="{20AA238B-BA4D-59F0-BE88-0BD221C4FFE9}" dt="2026-03-17T21:34:59.893" v="1948" actId="20577"/>
          <ac:spMkLst>
            <pc:docMk/>
            <pc:sldMk cId="746043015" sldId="269"/>
            <ac:spMk id="14" creationId="{A34A9F02-BE4A-A93D-10AB-EF89C2B21E7B}"/>
          </ac:spMkLst>
        </pc:spChg>
        <pc:spChg chg="add mod">
          <ac:chgData name="Joseph Mata" userId="7bc4e0a3-43fe-410e-ab0b-dd6ac2ed59a7" providerId="ADAL" clId="{20AA238B-BA4D-59F0-BE88-0BD221C4FFE9}" dt="2026-03-17T23:54:56.727" v="2061" actId="20577"/>
          <ac:spMkLst>
            <pc:docMk/>
            <pc:sldMk cId="746043015" sldId="269"/>
            <ac:spMk id="15" creationId="{7303E6C0-D30A-A365-C05A-7B8F84C4935C}"/>
          </ac:spMkLst>
        </pc:spChg>
        <pc:grpChg chg="add del mod">
          <ac:chgData name="Joseph Mata" userId="7bc4e0a3-43fe-410e-ab0b-dd6ac2ed59a7" providerId="ADAL" clId="{20AA238B-BA4D-59F0-BE88-0BD221C4FFE9}" dt="2026-03-17T11:28:31.338" v="400" actId="478"/>
          <ac:grpSpMkLst>
            <pc:docMk/>
            <pc:sldMk cId="746043015" sldId="269"/>
            <ac:grpSpMk id="4" creationId="{E0F67736-C02C-5FCC-E026-9660AC95476A}"/>
          </ac:grpSpMkLst>
        </pc:grpChg>
        <pc:grpChg chg="mod topLvl">
          <ac:chgData name="Joseph Mata" userId="7bc4e0a3-43fe-410e-ab0b-dd6ac2ed59a7" providerId="ADAL" clId="{20AA238B-BA4D-59F0-BE88-0BD221C4FFE9}" dt="2026-03-17T11:28:59.967" v="416" actId="164"/>
          <ac:grpSpMkLst>
            <pc:docMk/>
            <pc:sldMk cId="746043015" sldId="269"/>
            <ac:grpSpMk id="8" creationId="{CF5663E4-71F7-1164-AA35-371FC5E7A98F}"/>
          </ac:grpSpMkLst>
        </pc:grpChg>
        <pc:grpChg chg="add mod">
          <ac:chgData name="Joseph Mata" userId="7bc4e0a3-43fe-410e-ab0b-dd6ac2ed59a7" providerId="ADAL" clId="{20AA238B-BA4D-59F0-BE88-0BD221C4FFE9}" dt="2026-03-17T11:38:31.775" v="588" actId="1038"/>
          <ac:grpSpMkLst>
            <pc:docMk/>
            <pc:sldMk cId="746043015" sldId="269"/>
            <ac:grpSpMk id="12" creationId="{298E1461-7FA1-8864-F816-A1117CCA8031}"/>
          </ac:grpSpMkLst>
        </pc:grpChg>
        <pc:picChg chg="mod">
          <ac:chgData name="Joseph Mata" userId="7bc4e0a3-43fe-410e-ab0b-dd6ac2ed59a7" providerId="ADAL" clId="{20AA238B-BA4D-59F0-BE88-0BD221C4FFE9}" dt="2026-03-17T20:10:11.338" v="1201"/>
          <ac:picMkLst>
            <pc:docMk/>
            <pc:sldMk cId="746043015" sldId="269"/>
            <ac:picMk id="9" creationId="{864122BF-323D-6DB6-D4E2-19297A8EBFFF}"/>
          </ac:picMkLst>
        </pc:picChg>
        <pc:picChg chg="mod">
          <ac:chgData name="Joseph Mata" userId="7bc4e0a3-43fe-410e-ab0b-dd6ac2ed59a7" providerId="ADAL" clId="{20AA238B-BA4D-59F0-BE88-0BD221C4FFE9}" dt="2026-03-17T20:09:16.404" v="1035"/>
          <ac:picMkLst>
            <pc:docMk/>
            <pc:sldMk cId="746043015" sldId="269"/>
            <ac:picMk id="10" creationId="{3236FC0C-D042-BCBC-58EC-9C91F2E5558E}"/>
          </ac:picMkLst>
        </pc:picChg>
        <pc:picChg chg="add mod">
          <ac:chgData name="Joseph Mata" userId="7bc4e0a3-43fe-410e-ab0b-dd6ac2ed59a7" providerId="ADAL" clId="{20AA238B-BA4D-59F0-BE88-0BD221C4FFE9}" dt="2026-03-17T11:38:15.160" v="537" actId="1037"/>
          <ac:picMkLst>
            <pc:docMk/>
            <pc:sldMk cId="746043015" sldId="269"/>
            <ac:picMk id="11" creationId="{195FB887-8B06-EDDE-695A-A9F0503A2892}"/>
          </ac:picMkLst>
        </pc:picChg>
      </pc:sldChg>
      <pc:sldChg chg="delSp modSp add del mod delAnim">
        <pc:chgData name="Joseph Mata" userId="7bc4e0a3-43fe-410e-ab0b-dd6ac2ed59a7" providerId="ADAL" clId="{20AA238B-BA4D-59F0-BE88-0BD221C4FFE9}" dt="2026-03-17T21:06:36.790" v="1537" actId="2696"/>
        <pc:sldMkLst>
          <pc:docMk/>
          <pc:sldMk cId="1630550334" sldId="2147483416"/>
        </pc:sldMkLst>
        <pc:picChg chg="mod">
          <ac:chgData name="Joseph Mata" userId="7bc4e0a3-43fe-410e-ab0b-dd6ac2ed59a7" providerId="ADAL" clId="{20AA238B-BA4D-59F0-BE88-0BD221C4FFE9}" dt="2026-03-17T11:26:22.726" v="391"/>
          <ac:picMkLst>
            <pc:docMk/>
            <pc:sldMk cId="1630550334" sldId="2147483416"/>
            <ac:picMk id="41" creationId="{2920B59B-4E52-991D-F594-475B531F2927}"/>
          </ac:picMkLst>
        </pc:picChg>
        <pc:picChg chg="del">
          <ac:chgData name="Joseph Mata" userId="7bc4e0a3-43fe-410e-ab0b-dd6ac2ed59a7" providerId="ADAL" clId="{20AA238B-BA4D-59F0-BE88-0BD221C4FFE9}" dt="2026-03-17T11:13:34.194" v="236" actId="478"/>
          <ac:picMkLst>
            <pc:docMk/>
            <pc:sldMk cId="1630550334" sldId="2147483416"/>
            <ac:picMk id="93" creationId="{050815F9-9F8C-F6CC-0381-EA075E9A4FC9}"/>
          </ac:picMkLst>
        </pc:picChg>
      </pc:sldChg>
      <pc:sldChg chg="add del ord">
        <pc:chgData name="Joseph Mata" userId="7bc4e0a3-43fe-410e-ab0b-dd6ac2ed59a7" providerId="ADAL" clId="{20AA238B-BA4D-59F0-BE88-0BD221C4FFE9}" dt="2026-03-17T21:36:40.456" v="1977" actId="2696"/>
        <pc:sldMkLst>
          <pc:docMk/>
          <pc:sldMk cId="2882757074" sldId="2147483417"/>
        </pc:sldMkLst>
      </pc:sldChg>
      <pc:sldChg chg="addSp delSp modSp add mod modAnim modNotesTx">
        <pc:chgData name="Joseph Mata" userId="7bc4e0a3-43fe-410e-ab0b-dd6ac2ed59a7" providerId="ADAL" clId="{20AA238B-BA4D-59F0-BE88-0BD221C4FFE9}" dt="2026-03-18T03:15:04.549" v="2637" actId="20577"/>
        <pc:sldMkLst>
          <pc:docMk/>
          <pc:sldMk cId="229041283" sldId="2147483418"/>
        </pc:sldMkLst>
        <pc:spChg chg="del mod">
          <ac:chgData name="Joseph Mata" userId="7bc4e0a3-43fe-410e-ab0b-dd6ac2ed59a7" providerId="ADAL" clId="{20AA238B-BA4D-59F0-BE88-0BD221C4FFE9}" dt="2026-03-17T21:17:39.613" v="1686" actId="478"/>
          <ac:spMkLst>
            <pc:docMk/>
            <pc:sldMk cId="229041283" sldId="2147483418"/>
            <ac:spMk id="3" creationId="{9FF896F4-E6D8-EE62-1EA8-8FA1C22CC65F}"/>
          </ac:spMkLst>
        </pc:spChg>
        <pc:spChg chg="mod">
          <ac:chgData name="Joseph Mata" userId="7bc4e0a3-43fe-410e-ab0b-dd6ac2ed59a7" providerId="ADAL" clId="{20AA238B-BA4D-59F0-BE88-0BD221C4FFE9}" dt="2026-03-17T11:41:22.863" v="615"/>
          <ac:spMkLst>
            <pc:docMk/>
            <pc:sldMk cId="229041283" sldId="2147483418"/>
            <ac:spMk id="4" creationId="{6232AE07-86FB-9E46-9A70-AB7FC7E6CDE2}"/>
          </ac:spMkLst>
        </pc:spChg>
        <pc:spChg chg="mod">
          <ac:chgData name="Joseph Mata" userId="7bc4e0a3-43fe-410e-ab0b-dd6ac2ed59a7" providerId="ADAL" clId="{20AA238B-BA4D-59F0-BE88-0BD221C4FFE9}" dt="2026-03-17T11:41:22.863" v="615"/>
          <ac:spMkLst>
            <pc:docMk/>
            <pc:sldMk cId="229041283" sldId="2147483418"/>
            <ac:spMk id="5" creationId="{2B655E18-0E6D-9065-5DF2-A7F9902004F0}"/>
          </ac:spMkLst>
        </pc:spChg>
        <pc:spChg chg="mod">
          <ac:chgData name="Joseph Mata" userId="7bc4e0a3-43fe-410e-ab0b-dd6ac2ed59a7" providerId="ADAL" clId="{20AA238B-BA4D-59F0-BE88-0BD221C4FFE9}" dt="2026-03-17T11:41:22.863" v="615"/>
          <ac:spMkLst>
            <pc:docMk/>
            <pc:sldMk cId="229041283" sldId="2147483418"/>
            <ac:spMk id="6" creationId="{E85EAE25-FEE3-6C5D-4F5E-3C0F394B074B}"/>
          </ac:spMkLst>
        </pc:spChg>
        <pc:spChg chg="del">
          <ac:chgData name="Joseph Mata" userId="7bc4e0a3-43fe-410e-ab0b-dd6ac2ed59a7" providerId="ADAL" clId="{20AA238B-BA4D-59F0-BE88-0BD221C4FFE9}" dt="2026-03-17T11:40:11.033" v="612" actId="478"/>
          <ac:spMkLst>
            <pc:docMk/>
            <pc:sldMk cId="229041283" sldId="2147483418"/>
            <ac:spMk id="13" creationId="{26C985ED-C294-C298-E04B-1E1C158888E4}"/>
          </ac:spMkLst>
        </pc:spChg>
        <pc:spChg chg="mod">
          <ac:chgData name="Joseph Mata" userId="7bc4e0a3-43fe-410e-ab0b-dd6ac2ed59a7" providerId="ADAL" clId="{20AA238B-BA4D-59F0-BE88-0BD221C4FFE9}" dt="2026-03-17T21:34:25.503" v="1937" actId="20577"/>
          <ac:spMkLst>
            <pc:docMk/>
            <pc:sldMk cId="229041283" sldId="2147483418"/>
            <ac:spMk id="14" creationId="{DFDDE935-EA22-48AD-E33A-5CBA1A69475A}"/>
          </ac:spMkLst>
        </pc:spChg>
        <pc:spChg chg="del mod">
          <ac:chgData name="Joseph Mata" userId="7bc4e0a3-43fe-410e-ab0b-dd6ac2ed59a7" providerId="ADAL" clId="{20AA238B-BA4D-59F0-BE88-0BD221C4FFE9}" dt="2026-03-17T20:17:12.105" v="1217" actId="478"/>
          <ac:spMkLst>
            <pc:docMk/>
            <pc:sldMk cId="229041283" sldId="2147483418"/>
            <ac:spMk id="15" creationId="{41FE6A3A-C881-F71D-58A3-A1E4FCECB0C3}"/>
          </ac:spMkLst>
        </pc:spChg>
        <pc:spChg chg="mod">
          <ac:chgData name="Joseph Mata" userId="7bc4e0a3-43fe-410e-ab0b-dd6ac2ed59a7" providerId="ADAL" clId="{20AA238B-BA4D-59F0-BE88-0BD221C4FFE9}" dt="2026-03-17T11:41:22.863" v="615"/>
          <ac:spMkLst>
            <pc:docMk/>
            <pc:sldMk cId="229041283" sldId="2147483418"/>
            <ac:spMk id="17" creationId="{A544C4F4-84DF-DB0E-54C5-8DD1A2CAE45A}"/>
          </ac:spMkLst>
        </pc:spChg>
        <pc:spChg chg="mod">
          <ac:chgData name="Joseph Mata" userId="7bc4e0a3-43fe-410e-ab0b-dd6ac2ed59a7" providerId="ADAL" clId="{20AA238B-BA4D-59F0-BE88-0BD221C4FFE9}" dt="2026-03-17T11:41:22.863" v="615"/>
          <ac:spMkLst>
            <pc:docMk/>
            <pc:sldMk cId="229041283" sldId="2147483418"/>
            <ac:spMk id="19" creationId="{E88F9B5D-5B26-C920-7F6E-12E6C9D3D79D}"/>
          </ac:spMkLst>
        </pc:spChg>
        <pc:spChg chg="mod">
          <ac:chgData name="Joseph Mata" userId="7bc4e0a3-43fe-410e-ab0b-dd6ac2ed59a7" providerId="ADAL" clId="{20AA238B-BA4D-59F0-BE88-0BD221C4FFE9}" dt="2026-03-17T11:41:22.863" v="615"/>
          <ac:spMkLst>
            <pc:docMk/>
            <pc:sldMk cId="229041283" sldId="2147483418"/>
            <ac:spMk id="20" creationId="{52F85009-E2BF-5183-7A03-7B7E3BEBAB26}"/>
          </ac:spMkLst>
        </pc:spChg>
        <pc:spChg chg="mod">
          <ac:chgData name="Joseph Mata" userId="7bc4e0a3-43fe-410e-ab0b-dd6ac2ed59a7" providerId="ADAL" clId="{20AA238B-BA4D-59F0-BE88-0BD221C4FFE9}" dt="2026-03-17T11:41:22.863" v="615"/>
          <ac:spMkLst>
            <pc:docMk/>
            <pc:sldMk cId="229041283" sldId="2147483418"/>
            <ac:spMk id="21" creationId="{36F4119C-E4E0-C1D5-E588-63C72743F323}"/>
          </ac:spMkLst>
        </pc:spChg>
        <pc:spChg chg="mod">
          <ac:chgData name="Joseph Mata" userId="7bc4e0a3-43fe-410e-ab0b-dd6ac2ed59a7" providerId="ADAL" clId="{20AA238B-BA4D-59F0-BE88-0BD221C4FFE9}" dt="2026-03-17T11:41:22.863" v="615"/>
          <ac:spMkLst>
            <pc:docMk/>
            <pc:sldMk cId="229041283" sldId="2147483418"/>
            <ac:spMk id="22" creationId="{6BCC3BBE-58DE-6CA2-EC6F-6C0A61DFDAF0}"/>
          </ac:spMkLst>
        </pc:spChg>
        <pc:spChg chg="mod">
          <ac:chgData name="Joseph Mata" userId="7bc4e0a3-43fe-410e-ab0b-dd6ac2ed59a7" providerId="ADAL" clId="{20AA238B-BA4D-59F0-BE88-0BD221C4FFE9}" dt="2026-03-17T11:41:22.863" v="615"/>
          <ac:spMkLst>
            <pc:docMk/>
            <pc:sldMk cId="229041283" sldId="2147483418"/>
            <ac:spMk id="23" creationId="{9D7FD65E-FF75-03AA-7211-26167930C23B}"/>
          </ac:spMkLst>
        </pc:spChg>
        <pc:spChg chg="mod">
          <ac:chgData name="Joseph Mata" userId="7bc4e0a3-43fe-410e-ab0b-dd6ac2ed59a7" providerId="ADAL" clId="{20AA238B-BA4D-59F0-BE88-0BD221C4FFE9}" dt="2026-03-17T11:41:22.863" v="615"/>
          <ac:spMkLst>
            <pc:docMk/>
            <pc:sldMk cId="229041283" sldId="2147483418"/>
            <ac:spMk id="24" creationId="{1C73C70C-25CC-AEC0-230A-D2AE35D23371}"/>
          </ac:spMkLst>
        </pc:spChg>
        <pc:spChg chg="mod">
          <ac:chgData name="Joseph Mata" userId="7bc4e0a3-43fe-410e-ab0b-dd6ac2ed59a7" providerId="ADAL" clId="{20AA238B-BA4D-59F0-BE88-0BD221C4FFE9}" dt="2026-03-17T11:42:32.724" v="620"/>
          <ac:spMkLst>
            <pc:docMk/>
            <pc:sldMk cId="229041283" sldId="2147483418"/>
            <ac:spMk id="27" creationId="{074E7D37-4574-0D0A-1BE7-6070B7BB5448}"/>
          </ac:spMkLst>
        </pc:spChg>
        <pc:spChg chg="mod">
          <ac:chgData name="Joseph Mata" userId="7bc4e0a3-43fe-410e-ab0b-dd6ac2ed59a7" providerId="ADAL" clId="{20AA238B-BA4D-59F0-BE88-0BD221C4FFE9}" dt="2026-03-17T11:42:32.724" v="620"/>
          <ac:spMkLst>
            <pc:docMk/>
            <pc:sldMk cId="229041283" sldId="2147483418"/>
            <ac:spMk id="28" creationId="{FD5D7D64-E74F-147D-D506-74C21728A077}"/>
          </ac:spMkLst>
        </pc:spChg>
        <pc:spChg chg="mod">
          <ac:chgData name="Joseph Mata" userId="7bc4e0a3-43fe-410e-ab0b-dd6ac2ed59a7" providerId="ADAL" clId="{20AA238B-BA4D-59F0-BE88-0BD221C4FFE9}" dt="2026-03-17T11:42:32.724" v="620"/>
          <ac:spMkLst>
            <pc:docMk/>
            <pc:sldMk cId="229041283" sldId="2147483418"/>
            <ac:spMk id="29" creationId="{6C97D0BC-96F2-CC1B-36A9-8B0BA46A0112}"/>
          </ac:spMkLst>
        </pc:spChg>
        <pc:spChg chg="mod">
          <ac:chgData name="Joseph Mata" userId="7bc4e0a3-43fe-410e-ab0b-dd6ac2ed59a7" providerId="ADAL" clId="{20AA238B-BA4D-59F0-BE88-0BD221C4FFE9}" dt="2026-03-17T11:42:32.724" v="620"/>
          <ac:spMkLst>
            <pc:docMk/>
            <pc:sldMk cId="229041283" sldId="2147483418"/>
            <ac:spMk id="30" creationId="{098D1C6B-F403-48B1-A16A-DE72E08193CE}"/>
          </ac:spMkLst>
        </pc:spChg>
        <pc:spChg chg="mod">
          <ac:chgData name="Joseph Mata" userId="7bc4e0a3-43fe-410e-ab0b-dd6ac2ed59a7" providerId="ADAL" clId="{20AA238B-BA4D-59F0-BE88-0BD221C4FFE9}" dt="2026-03-17T11:42:32.724" v="620"/>
          <ac:spMkLst>
            <pc:docMk/>
            <pc:sldMk cId="229041283" sldId="2147483418"/>
            <ac:spMk id="31" creationId="{D0A96EF8-1955-2784-5F3E-8CB8D8356068}"/>
          </ac:spMkLst>
        </pc:spChg>
        <pc:spChg chg="mod">
          <ac:chgData name="Joseph Mata" userId="7bc4e0a3-43fe-410e-ab0b-dd6ac2ed59a7" providerId="ADAL" clId="{20AA238B-BA4D-59F0-BE88-0BD221C4FFE9}" dt="2026-03-17T11:42:32.724" v="620"/>
          <ac:spMkLst>
            <pc:docMk/>
            <pc:sldMk cId="229041283" sldId="2147483418"/>
            <ac:spMk id="32" creationId="{F15F3A21-C899-81E5-4F05-68200763FA57}"/>
          </ac:spMkLst>
        </pc:spChg>
        <pc:spChg chg="mod">
          <ac:chgData name="Joseph Mata" userId="7bc4e0a3-43fe-410e-ab0b-dd6ac2ed59a7" providerId="ADAL" clId="{20AA238B-BA4D-59F0-BE88-0BD221C4FFE9}" dt="2026-03-17T11:42:32.724" v="620"/>
          <ac:spMkLst>
            <pc:docMk/>
            <pc:sldMk cId="229041283" sldId="2147483418"/>
            <ac:spMk id="33" creationId="{5F3D82DD-A280-4303-D5A3-595BF879FFDD}"/>
          </ac:spMkLst>
        </pc:spChg>
        <pc:spChg chg="mod">
          <ac:chgData name="Joseph Mata" userId="7bc4e0a3-43fe-410e-ab0b-dd6ac2ed59a7" providerId="ADAL" clId="{20AA238B-BA4D-59F0-BE88-0BD221C4FFE9}" dt="2026-03-17T11:42:32.724" v="620"/>
          <ac:spMkLst>
            <pc:docMk/>
            <pc:sldMk cId="229041283" sldId="2147483418"/>
            <ac:spMk id="34" creationId="{863D79D4-8D6D-7B0F-24AD-ACC68307ABD5}"/>
          </ac:spMkLst>
        </pc:spChg>
        <pc:spChg chg="mod">
          <ac:chgData name="Joseph Mata" userId="7bc4e0a3-43fe-410e-ab0b-dd6ac2ed59a7" providerId="ADAL" clId="{20AA238B-BA4D-59F0-BE88-0BD221C4FFE9}" dt="2026-03-17T11:42:32.724" v="620"/>
          <ac:spMkLst>
            <pc:docMk/>
            <pc:sldMk cId="229041283" sldId="2147483418"/>
            <ac:spMk id="35" creationId="{ED673FC0-2D44-3EF6-217E-9A65C2326324}"/>
          </ac:spMkLst>
        </pc:spChg>
        <pc:spChg chg="mod">
          <ac:chgData name="Joseph Mata" userId="7bc4e0a3-43fe-410e-ab0b-dd6ac2ed59a7" providerId="ADAL" clId="{20AA238B-BA4D-59F0-BE88-0BD221C4FFE9}" dt="2026-03-17T11:42:32.724" v="620"/>
          <ac:spMkLst>
            <pc:docMk/>
            <pc:sldMk cId="229041283" sldId="2147483418"/>
            <ac:spMk id="36" creationId="{5DB867E0-F6D0-3C9C-F36A-4ED999080499}"/>
          </ac:spMkLst>
        </pc:spChg>
        <pc:spChg chg="mod">
          <ac:chgData name="Joseph Mata" userId="7bc4e0a3-43fe-410e-ab0b-dd6ac2ed59a7" providerId="ADAL" clId="{20AA238B-BA4D-59F0-BE88-0BD221C4FFE9}" dt="2026-03-17T11:43:06.387" v="623"/>
          <ac:spMkLst>
            <pc:docMk/>
            <pc:sldMk cId="229041283" sldId="2147483418"/>
            <ac:spMk id="38" creationId="{B4E0B05D-0764-3480-B7E1-28AA6E0BCD07}"/>
          </ac:spMkLst>
        </pc:spChg>
        <pc:spChg chg="mod">
          <ac:chgData name="Joseph Mata" userId="7bc4e0a3-43fe-410e-ab0b-dd6ac2ed59a7" providerId="ADAL" clId="{20AA238B-BA4D-59F0-BE88-0BD221C4FFE9}" dt="2026-03-17T11:43:06.387" v="623"/>
          <ac:spMkLst>
            <pc:docMk/>
            <pc:sldMk cId="229041283" sldId="2147483418"/>
            <ac:spMk id="39" creationId="{193E2316-ADDC-A5D3-2DDA-411971A2A218}"/>
          </ac:spMkLst>
        </pc:spChg>
        <pc:spChg chg="mod">
          <ac:chgData name="Joseph Mata" userId="7bc4e0a3-43fe-410e-ab0b-dd6ac2ed59a7" providerId="ADAL" clId="{20AA238B-BA4D-59F0-BE88-0BD221C4FFE9}" dt="2026-03-17T11:43:06.387" v="623"/>
          <ac:spMkLst>
            <pc:docMk/>
            <pc:sldMk cId="229041283" sldId="2147483418"/>
            <ac:spMk id="40" creationId="{053A40BB-AA33-8288-D359-E5535C13C5D9}"/>
          </ac:spMkLst>
        </pc:spChg>
        <pc:spChg chg="mod">
          <ac:chgData name="Joseph Mata" userId="7bc4e0a3-43fe-410e-ab0b-dd6ac2ed59a7" providerId="ADAL" clId="{20AA238B-BA4D-59F0-BE88-0BD221C4FFE9}" dt="2026-03-17T11:43:06.387" v="623"/>
          <ac:spMkLst>
            <pc:docMk/>
            <pc:sldMk cId="229041283" sldId="2147483418"/>
            <ac:spMk id="41" creationId="{47956E58-AE17-44E2-EF8C-12C2752C454D}"/>
          </ac:spMkLst>
        </pc:spChg>
        <pc:spChg chg="mod">
          <ac:chgData name="Joseph Mata" userId="7bc4e0a3-43fe-410e-ab0b-dd6ac2ed59a7" providerId="ADAL" clId="{20AA238B-BA4D-59F0-BE88-0BD221C4FFE9}" dt="2026-03-17T11:43:06.387" v="623"/>
          <ac:spMkLst>
            <pc:docMk/>
            <pc:sldMk cId="229041283" sldId="2147483418"/>
            <ac:spMk id="42" creationId="{2C098604-0F49-6341-7907-4D75DE70E282}"/>
          </ac:spMkLst>
        </pc:spChg>
        <pc:spChg chg="mod">
          <ac:chgData name="Joseph Mata" userId="7bc4e0a3-43fe-410e-ab0b-dd6ac2ed59a7" providerId="ADAL" clId="{20AA238B-BA4D-59F0-BE88-0BD221C4FFE9}" dt="2026-03-17T11:43:06.387" v="623"/>
          <ac:spMkLst>
            <pc:docMk/>
            <pc:sldMk cId="229041283" sldId="2147483418"/>
            <ac:spMk id="43" creationId="{499EEBE6-015E-B3CC-2EB8-73F4A3CE3DDD}"/>
          </ac:spMkLst>
        </pc:spChg>
        <pc:spChg chg="mod">
          <ac:chgData name="Joseph Mata" userId="7bc4e0a3-43fe-410e-ab0b-dd6ac2ed59a7" providerId="ADAL" clId="{20AA238B-BA4D-59F0-BE88-0BD221C4FFE9}" dt="2026-03-17T11:43:06.387" v="623"/>
          <ac:spMkLst>
            <pc:docMk/>
            <pc:sldMk cId="229041283" sldId="2147483418"/>
            <ac:spMk id="44" creationId="{195284F3-4D83-5400-3045-97754D5F0AFD}"/>
          </ac:spMkLst>
        </pc:spChg>
        <pc:spChg chg="mod">
          <ac:chgData name="Joseph Mata" userId="7bc4e0a3-43fe-410e-ab0b-dd6ac2ed59a7" providerId="ADAL" clId="{20AA238B-BA4D-59F0-BE88-0BD221C4FFE9}" dt="2026-03-17T11:43:06.387" v="623"/>
          <ac:spMkLst>
            <pc:docMk/>
            <pc:sldMk cId="229041283" sldId="2147483418"/>
            <ac:spMk id="45" creationId="{4FAA8783-AFA6-52D2-40BA-92A7BD198D79}"/>
          </ac:spMkLst>
        </pc:spChg>
        <pc:spChg chg="mod">
          <ac:chgData name="Joseph Mata" userId="7bc4e0a3-43fe-410e-ab0b-dd6ac2ed59a7" providerId="ADAL" clId="{20AA238B-BA4D-59F0-BE88-0BD221C4FFE9}" dt="2026-03-17T21:20:31.958" v="1705" actId="207"/>
          <ac:spMkLst>
            <pc:docMk/>
            <pc:sldMk cId="229041283" sldId="2147483418"/>
            <ac:spMk id="47" creationId="{BBEA199B-F2EB-C78E-7C75-C58C4C562171}"/>
          </ac:spMkLst>
        </pc:spChg>
        <pc:spChg chg="mod">
          <ac:chgData name="Joseph Mata" userId="7bc4e0a3-43fe-410e-ab0b-dd6ac2ed59a7" providerId="ADAL" clId="{20AA238B-BA4D-59F0-BE88-0BD221C4FFE9}" dt="2026-03-18T02:58:46.706" v="2479" actId="165"/>
          <ac:spMkLst>
            <pc:docMk/>
            <pc:sldMk cId="229041283" sldId="2147483418"/>
            <ac:spMk id="49" creationId="{A10B982F-9910-8119-3FDB-1A6B6C36233F}"/>
          </ac:spMkLst>
        </pc:spChg>
        <pc:spChg chg="mod">
          <ac:chgData name="Joseph Mata" userId="7bc4e0a3-43fe-410e-ab0b-dd6ac2ed59a7" providerId="ADAL" clId="{20AA238B-BA4D-59F0-BE88-0BD221C4FFE9}" dt="2026-03-17T21:20:31.958" v="1705" actId="207"/>
          <ac:spMkLst>
            <pc:docMk/>
            <pc:sldMk cId="229041283" sldId="2147483418"/>
            <ac:spMk id="50" creationId="{BCA36396-7561-CAEF-2002-83CA0B0859BE}"/>
          </ac:spMkLst>
        </pc:spChg>
        <pc:spChg chg="mod">
          <ac:chgData name="Joseph Mata" userId="7bc4e0a3-43fe-410e-ab0b-dd6ac2ed59a7" providerId="ADAL" clId="{20AA238B-BA4D-59F0-BE88-0BD221C4FFE9}" dt="2026-03-17T21:20:31.958" v="1705" actId="207"/>
          <ac:spMkLst>
            <pc:docMk/>
            <pc:sldMk cId="229041283" sldId="2147483418"/>
            <ac:spMk id="52" creationId="{B2D0D13D-10D3-3553-47CE-09E69E87F795}"/>
          </ac:spMkLst>
        </pc:spChg>
        <pc:spChg chg="mod">
          <ac:chgData name="Joseph Mata" userId="7bc4e0a3-43fe-410e-ab0b-dd6ac2ed59a7" providerId="ADAL" clId="{20AA238B-BA4D-59F0-BE88-0BD221C4FFE9}" dt="2026-03-17T21:20:31.958" v="1705" actId="207"/>
          <ac:spMkLst>
            <pc:docMk/>
            <pc:sldMk cId="229041283" sldId="2147483418"/>
            <ac:spMk id="53" creationId="{9C5E1238-2F26-9834-BDF4-D962A98387F0}"/>
          </ac:spMkLst>
        </pc:spChg>
        <pc:spChg chg="mod">
          <ac:chgData name="Joseph Mata" userId="7bc4e0a3-43fe-410e-ab0b-dd6ac2ed59a7" providerId="ADAL" clId="{20AA238B-BA4D-59F0-BE88-0BD221C4FFE9}" dt="2026-03-18T02:58:46.706" v="2479" actId="165"/>
          <ac:spMkLst>
            <pc:docMk/>
            <pc:sldMk cId="229041283" sldId="2147483418"/>
            <ac:spMk id="54" creationId="{3A22CC36-CEAC-7293-357C-C2FEC79DE0BB}"/>
          </ac:spMkLst>
        </pc:spChg>
        <pc:spChg chg="mod">
          <ac:chgData name="Joseph Mata" userId="7bc4e0a3-43fe-410e-ab0b-dd6ac2ed59a7" providerId="ADAL" clId="{20AA238B-BA4D-59F0-BE88-0BD221C4FFE9}" dt="2026-03-18T02:58:46.706" v="2479" actId="165"/>
          <ac:spMkLst>
            <pc:docMk/>
            <pc:sldMk cId="229041283" sldId="2147483418"/>
            <ac:spMk id="55" creationId="{395E6CFF-DCD6-05CA-A30B-8646C9009EE2}"/>
          </ac:spMkLst>
        </pc:spChg>
        <pc:spChg chg="mod">
          <ac:chgData name="Joseph Mata" userId="7bc4e0a3-43fe-410e-ab0b-dd6ac2ed59a7" providerId="ADAL" clId="{20AA238B-BA4D-59F0-BE88-0BD221C4FFE9}" dt="2026-03-17T21:20:31.958" v="1705" actId="207"/>
          <ac:spMkLst>
            <pc:docMk/>
            <pc:sldMk cId="229041283" sldId="2147483418"/>
            <ac:spMk id="56" creationId="{2CB537CA-CE77-4A0A-F1F0-943F16467474}"/>
          </ac:spMkLst>
        </pc:spChg>
        <pc:spChg chg="mod">
          <ac:chgData name="Joseph Mata" userId="7bc4e0a3-43fe-410e-ab0b-dd6ac2ed59a7" providerId="ADAL" clId="{20AA238B-BA4D-59F0-BE88-0BD221C4FFE9}" dt="2026-03-18T02:58:46.706" v="2479" actId="165"/>
          <ac:spMkLst>
            <pc:docMk/>
            <pc:sldMk cId="229041283" sldId="2147483418"/>
            <ac:spMk id="57" creationId="{BE5169EB-FA6C-7F81-FFD6-BA8F13424D91}"/>
          </ac:spMkLst>
        </pc:spChg>
        <pc:spChg chg="mod">
          <ac:chgData name="Joseph Mata" userId="7bc4e0a3-43fe-410e-ab0b-dd6ac2ed59a7" providerId="ADAL" clId="{20AA238B-BA4D-59F0-BE88-0BD221C4FFE9}" dt="2026-03-17T21:20:31.958" v="1705" actId="207"/>
          <ac:spMkLst>
            <pc:docMk/>
            <pc:sldMk cId="229041283" sldId="2147483418"/>
            <ac:spMk id="58" creationId="{27E7F15F-BE8C-2379-C4A9-3C4C216880CA}"/>
          </ac:spMkLst>
        </pc:spChg>
        <pc:spChg chg="mod">
          <ac:chgData name="Joseph Mata" userId="7bc4e0a3-43fe-410e-ab0b-dd6ac2ed59a7" providerId="ADAL" clId="{20AA238B-BA4D-59F0-BE88-0BD221C4FFE9}" dt="2026-03-18T02:58:46.706" v="2479" actId="165"/>
          <ac:spMkLst>
            <pc:docMk/>
            <pc:sldMk cId="229041283" sldId="2147483418"/>
            <ac:spMk id="59" creationId="{3F6BD3F1-21DF-3C77-ECF5-313EB798614A}"/>
          </ac:spMkLst>
        </pc:spChg>
        <pc:spChg chg="mod">
          <ac:chgData name="Joseph Mata" userId="7bc4e0a3-43fe-410e-ab0b-dd6ac2ed59a7" providerId="ADAL" clId="{20AA238B-BA4D-59F0-BE88-0BD221C4FFE9}" dt="2026-03-18T02:58:46.706" v="2479" actId="165"/>
          <ac:spMkLst>
            <pc:docMk/>
            <pc:sldMk cId="229041283" sldId="2147483418"/>
            <ac:spMk id="60" creationId="{5092C678-F0E0-1310-F8EF-A2B602526C2A}"/>
          </ac:spMkLst>
        </pc:spChg>
        <pc:spChg chg="mod">
          <ac:chgData name="Joseph Mata" userId="7bc4e0a3-43fe-410e-ab0b-dd6ac2ed59a7" providerId="ADAL" clId="{20AA238B-BA4D-59F0-BE88-0BD221C4FFE9}" dt="2026-03-18T03:00:47.920" v="2499" actId="165"/>
          <ac:spMkLst>
            <pc:docMk/>
            <pc:sldMk cId="229041283" sldId="2147483418"/>
            <ac:spMk id="62" creationId="{DD5E0A1B-A144-CF39-6390-1EEB119A8255}"/>
          </ac:spMkLst>
        </pc:spChg>
        <pc:spChg chg="mod">
          <ac:chgData name="Joseph Mata" userId="7bc4e0a3-43fe-410e-ab0b-dd6ac2ed59a7" providerId="ADAL" clId="{20AA238B-BA4D-59F0-BE88-0BD221C4FFE9}" dt="2026-03-18T03:00:47.920" v="2499" actId="165"/>
          <ac:spMkLst>
            <pc:docMk/>
            <pc:sldMk cId="229041283" sldId="2147483418"/>
            <ac:spMk id="63" creationId="{0BBE0073-BBA0-ACE0-5387-DF9566755B8C}"/>
          </ac:spMkLst>
        </pc:spChg>
        <pc:spChg chg="mod">
          <ac:chgData name="Joseph Mata" userId="7bc4e0a3-43fe-410e-ab0b-dd6ac2ed59a7" providerId="ADAL" clId="{20AA238B-BA4D-59F0-BE88-0BD221C4FFE9}" dt="2026-03-18T03:00:47.920" v="2499" actId="165"/>
          <ac:spMkLst>
            <pc:docMk/>
            <pc:sldMk cId="229041283" sldId="2147483418"/>
            <ac:spMk id="64" creationId="{1BFBAE66-DEF8-E1DC-24F1-D78422F71C43}"/>
          </ac:spMkLst>
        </pc:spChg>
        <pc:spChg chg="mod">
          <ac:chgData name="Joseph Mata" userId="7bc4e0a3-43fe-410e-ab0b-dd6ac2ed59a7" providerId="ADAL" clId="{20AA238B-BA4D-59F0-BE88-0BD221C4FFE9}" dt="2026-03-18T03:00:47.920" v="2499" actId="165"/>
          <ac:spMkLst>
            <pc:docMk/>
            <pc:sldMk cId="229041283" sldId="2147483418"/>
            <ac:spMk id="65" creationId="{332FCCB2-83F9-1C76-7F0E-208CB5236B4A}"/>
          </ac:spMkLst>
        </pc:spChg>
        <pc:spChg chg="mod">
          <ac:chgData name="Joseph Mata" userId="7bc4e0a3-43fe-410e-ab0b-dd6ac2ed59a7" providerId="ADAL" clId="{20AA238B-BA4D-59F0-BE88-0BD221C4FFE9}" dt="2026-03-18T02:51:14.212" v="2287" actId="208"/>
          <ac:spMkLst>
            <pc:docMk/>
            <pc:sldMk cId="229041283" sldId="2147483418"/>
            <ac:spMk id="67" creationId="{17E867D4-B42B-DF0D-FAA2-28C3ECD2EC00}"/>
          </ac:spMkLst>
        </pc:spChg>
        <pc:spChg chg="mod">
          <ac:chgData name="Joseph Mata" userId="7bc4e0a3-43fe-410e-ab0b-dd6ac2ed59a7" providerId="ADAL" clId="{20AA238B-BA4D-59F0-BE88-0BD221C4FFE9}" dt="2026-03-18T02:58:46.706" v="2479" actId="165"/>
          <ac:spMkLst>
            <pc:docMk/>
            <pc:sldMk cId="229041283" sldId="2147483418"/>
            <ac:spMk id="68" creationId="{64AA4990-579A-7823-2DD8-09255DAE9C1D}"/>
          </ac:spMkLst>
        </pc:spChg>
        <pc:spChg chg="mod">
          <ac:chgData name="Joseph Mata" userId="7bc4e0a3-43fe-410e-ab0b-dd6ac2ed59a7" providerId="ADAL" clId="{20AA238B-BA4D-59F0-BE88-0BD221C4FFE9}" dt="2026-03-18T02:58:46.706" v="2479" actId="165"/>
          <ac:spMkLst>
            <pc:docMk/>
            <pc:sldMk cId="229041283" sldId="2147483418"/>
            <ac:spMk id="69" creationId="{A51E62F6-BA08-55BF-6B78-21BC150EF4C5}"/>
          </ac:spMkLst>
        </pc:spChg>
        <pc:spChg chg="mod">
          <ac:chgData name="Joseph Mata" userId="7bc4e0a3-43fe-410e-ab0b-dd6ac2ed59a7" providerId="ADAL" clId="{20AA238B-BA4D-59F0-BE88-0BD221C4FFE9}" dt="2026-03-17T11:47:48.834" v="720"/>
          <ac:spMkLst>
            <pc:docMk/>
            <pc:sldMk cId="229041283" sldId="2147483418"/>
            <ac:spMk id="71" creationId="{D3681600-6622-4E09-9F06-B825983A9E50}"/>
          </ac:spMkLst>
        </pc:spChg>
        <pc:spChg chg="mod">
          <ac:chgData name="Joseph Mata" userId="7bc4e0a3-43fe-410e-ab0b-dd6ac2ed59a7" providerId="ADAL" clId="{20AA238B-BA4D-59F0-BE88-0BD221C4FFE9}" dt="2026-03-17T11:47:48.834" v="720"/>
          <ac:spMkLst>
            <pc:docMk/>
            <pc:sldMk cId="229041283" sldId="2147483418"/>
            <ac:spMk id="72" creationId="{51121457-8994-4FCD-C9D0-BE664F160A66}"/>
          </ac:spMkLst>
        </pc:spChg>
        <pc:spChg chg="del mod">
          <ac:chgData name="Joseph Mata" userId="7bc4e0a3-43fe-410e-ab0b-dd6ac2ed59a7" providerId="ADAL" clId="{20AA238B-BA4D-59F0-BE88-0BD221C4FFE9}" dt="2026-03-17T11:47:50.756" v="721" actId="478"/>
          <ac:spMkLst>
            <pc:docMk/>
            <pc:sldMk cId="229041283" sldId="2147483418"/>
            <ac:spMk id="73" creationId="{502C2EAD-6D65-C035-24D4-7D1F04A15C39}"/>
          </ac:spMkLst>
        </pc:spChg>
        <pc:spChg chg="add mod">
          <ac:chgData name="Joseph Mata" userId="7bc4e0a3-43fe-410e-ab0b-dd6ac2ed59a7" providerId="ADAL" clId="{20AA238B-BA4D-59F0-BE88-0BD221C4FFE9}" dt="2026-03-17T23:53:14.523" v="2044" actId="164"/>
          <ac:spMkLst>
            <pc:docMk/>
            <pc:sldMk cId="229041283" sldId="2147483418"/>
            <ac:spMk id="74" creationId="{57DB422D-DB5E-34E2-F49E-9BBAC413EE24}"/>
          </ac:spMkLst>
        </pc:spChg>
        <pc:spChg chg="add mod topLvl">
          <ac:chgData name="Joseph Mata" userId="7bc4e0a3-43fe-410e-ab0b-dd6ac2ed59a7" providerId="ADAL" clId="{20AA238B-BA4D-59F0-BE88-0BD221C4FFE9}" dt="2026-03-18T02:29:27.441" v="2129" actId="1076"/>
          <ac:spMkLst>
            <pc:docMk/>
            <pc:sldMk cId="229041283" sldId="2147483418"/>
            <ac:spMk id="75" creationId="{D588FAB4-AA41-A0EA-DC60-3E36A92F1744}"/>
          </ac:spMkLst>
        </pc:spChg>
        <pc:spChg chg="add mod">
          <ac:chgData name="Joseph Mata" userId="7bc4e0a3-43fe-410e-ab0b-dd6ac2ed59a7" providerId="ADAL" clId="{20AA238B-BA4D-59F0-BE88-0BD221C4FFE9}" dt="2026-03-18T02:55:30.824" v="2389" actId="20577"/>
          <ac:spMkLst>
            <pc:docMk/>
            <pc:sldMk cId="229041283" sldId="2147483418"/>
            <ac:spMk id="76" creationId="{216C3BAE-4B86-000E-D228-AC101869FFAD}"/>
          </ac:spMkLst>
        </pc:spChg>
        <pc:spChg chg="add mod">
          <ac:chgData name="Joseph Mata" userId="7bc4e0a3-43fe-410e-ab0b-dd6ac2ed59a7" providerId="ADAL" clId="{20AA238B-BA4D-59F0-BE88-0BD221C4FFE9}" dt="2026-03-17T21:17:16.458" v="1639" actId="1076"/>
          <ac:spMkLst>
            <pc:docMk/>
            <pc:sldMk cId="229041283" sldId="2147483418"/>
            <ac:spMk id="77" creationId="{AF9E80A6-243F-D5A4-59B8-F6355D2F7B6C}"/>
          </ac:spMkLst>
        </pc:spChg>
        <pc:spChg chg="add mod">
          <ac:chgData name="Joseph Mata" userId="7bc4e0a3-43fe-410e-ab0b-dd6ac2ed59a7" providerId="ADAL" clId="{20AA238B-BA4D-59F0-BE88-0BD221C4FFE9}" dt="2026-03-17T21:16:32.068" v="1630" actId="164"/>
          <ac:spMkLst>
            <pc:docMk/>
            <pc:sldMk cId="229041283" sldId="2147483418"/>
            <ac:spMk id="78" creationId="{DB79AF88-E7A2-9D45-080A-F1ADC835FC96}"/>
          </ac:spMkLst>
        </pc:spChg>
        <pc:spChg chg="add mod">
          <ac:chgData name="Joseph Mata" userId="7bc4e0a3-43fe-410e-ab0b-dd6ac2ed59a7" providerId="ADAL" clId="{20AA238B-BA4D-59F0-BE88-0BD221C4FFE9}" dt="2026-03-18T02:59:46.583" v="2484" actId="1076"/>
          <ac:spMkLst>
            <pc:docMk/>
            <pc:sldMk cId="229041283" sldId="2147483418"/>
            <ac:spMk id="79" creationId="{649F9DE5-06B1-63C8-1E15-579E6D98F62E}"/>
          </ac:spMkLst>
        </pc:spChg>
        <pc:spChg chg="add mod topLvl">
          <ac:chgData name="Joseph Mata" userId="7bc4e0a3-43fe-410e-ab0b-dd6ac2ed59a7" providerId="ADAL" clId="{20AA238B-BA4D-59F0-BE88-0BD221C4FFE9}" dt="2026-03-18T03:02:08.205" v="2517" actId="164"/>
          <ac:spMkLst>
            <pc:docMk/>
            <pc:sldMk cId="229041283" sldId="2147483418"/>
            <ac:spMk id="80" creationId="{39B9CD73-96CB-BB81-6066-6AC232B21191}"/>
          </ac:spMkLst>
        </pc:spChg>
        <pc:spChg chg="add mod">
          <ac:chgData name="Joseph Mata" userId="7bc4e0a3-43fe-410e-ab0b-dd6ac2ed59a7" providerId="ADAL" clId="{20AA238B-BA4D-59F0-BE88-0BD221C4FFE9}" dt="2026-03-18T02:59:20.360" v="2482" actId="1076"/>
          <ac:spMkLst>
            <pc:docMk/>
            <pc:sldMk cId="229041283" sldId="2147483418"/>
            <ac:spMk id="81" creationId="{E6106DCF-9AD0-625A-7343-1C846C26EFAC}"/>
          </ac:spMkLst>
        </pc:spChg>
        <pc:spChg chg="add del mod">
          <ac:chgData name="Joseph Mata" userId="7bc4e0a3-43fe-410e-ab0b-dd6ac2ed59a7" providerId="ADAL" clId="{20AA238B-BA4D-59F0-BE88-0BD221C4FFE9}" dt="2026-03-17T21:28:36.623" v="1901" actId="478"/>
          <ac:spMkLst>
            <pc:docMk/>
            <pc:sldMk cId="229041283" sldId="2147483418"/>
            <ac:spMk id="82" creationId="{B1844D71-5512-1CE5-E8FE-A18C0E6186CD}"/>
          </ac:spMkLst>
        </pc:spChg>
        <pc:spChg chg="add del mod">
          <ac:chgData name="Joseph Mata" userId="7bc4e0a3-43fe-410e-ab0b-dd6ac2ed59a7" providerId="ADAL" clId="{20AA238B-BA4D-59F0-BE88-0BD221C4FFE9}" dt="2026-03-17T20:23:07.310" v="1268" actId="478"/>
          <ac:spMkLst>
            <pc:docMk/>
            <pc:sldMk cId="229041283" sldId="2147483418"/>
            <ac:spMk id="83" creationId="{ADD54991-0F09-20C1-8EA6-9B0384BC4E46}"/>
          </ac:spMkLst>
        </pc:spChg>
        <pc:spChg chg="add del mod">
          <ac:chgData name="Joseph Mata" userId="7bc4e0a3-43fe-410e-ab0b-dd6ac2ed59a7" providerId="ADAL" clId="{20AA238B-BA4D-59F0-BE88-0BD221C4FFE9}" dt="2026-03-17T20:23:10.027" v="1269" actId="478"/>
          <ac:spMkLst>
            <pc:docMk/>
            <pc:sldMk cId="229041283" sldId="2147483418"/>
            <ac:spMk id="84" creationId="{6B43BDFD-7102-3FD8-B8F2-9667EB29E4D8}"/>
          </ac:spMkLst>
        </pc:spChg>
        <pc:spChg chg="del mod">
          <ac:chgData name="Joseph Mata" userId="7bc4e0a3-43fe-410e-ab0b-dd6ac2ed59a7" providerId="ADAL" clId="{20AA238B-BA4D-59F0-BE88-0BD221C4FFE9}" dt="2026-03-18T02:49:43.711" v="2282" actId="478"/>
          <ac:spMkLst>
            <pc:docMk/>
            <pc:sldMk cId="229041283" sldId="2147483418"/>
            <ac:spMk id="95" creationId="{A54A7F14-BBF7-5BBD-4693-00017C9AB0BF}"/>
          </ac:spMkLst>
        </pc:spChg>
        <pc:spChg chg="del mod">
          <ac:chgData name="Joseph Mata" userId="7bc4e0a3-43fe-410e-ab0b-dd6ac2ed59a7" providerId="ADAL" clId="{20AA238B-BA4D-59F0-BE88-0BD221C4FFE9}" dt="2026-03-18T02:49:41.181" v="2281" actId="478"/>
          <ac:spMkLst>
            <pc:docMk/>
            <pc:sldMk cId="229041283" sldId="2147483418"/>
            <ac:spMk id="96" creationId="{9B19F0AE-CCC8-71F9-4245-573992987C24}"/>
          </ac:spMkLst>
        </pc:spChg>
        <pc:spChg chg="add mod">
          <ac:chgData name="Joseph Mata" userId="7bc4e0a3-43fe-410e-ab0b-dd6ac2ed59a7" providerId="ADAL" clId="{20AA238B-BA4D-59F0-BE88-0BD221C4FFE9}" dt="2026-03-18T02:29:01.466" v="2106" actId="1038"/>
          <ac:spMkLst>
            <pc:docMk/>
            <pc:sldMk cId="229041283" sldId="2147483418"/>
            <ac:spMk id="97" creationId="{C142AC60-F3DD-89FC-56E9-EADB6C7DC41D}"/>
          </ac:spMkLst>
        </pc:spChg>
        <pc:spChg chg="add mod">
          <ac:chgData name="Joseph Mata" userId="7bc4e0a3-43fe-410e-ab0b-dd6ac2ed59a7" providerId="ADAL" clId="{20AA238B-BA4D-59F0-BE88-0BD221C4FFE9}" dt="2026-03-18T02:50:06.060" v="2284" actId="164"/>
          <ac:spMkLst>
            <pc:docMk/>
            <pc:sldMk cId="229041283" sldId="2147483418"/>
            <ac:spMk id="104" creationId="{1D6580A6-C68B-3A81-4533-69304EA2B2FE}"/>
          </ac:spMkLst>
        </pc:spChg>
        <pc:grpChg chg="mod">
          <ac:chgData name="Joseph Mata" userId="7bc4e0a3-43fe-410e-ab0b-dd6ac2ed59a7" providerId="ADAL" clId="{20AA238B-BA4D-59F0-BE88-0BD221C4FFE9}" dt="2026-03-17T21:16:32.068" v="1630" actId="164"/>
          <ac:grpSpMkLst>
            <pc:docMk/>
            <pc:sldMk cId="229041283" sldId="2147483418"/>
            <ac:grpSpMk id="2" creationId="{5CFF00FD-870A-5FE4-5F81-77C6E6F7D18F}"/>
          </ac:grpSpMkLst>
        </pc:grpChg>
        <pc:grpChg chg="del">
          <ac:chgData name="Joseph Mata" userId="7bc4e0a3-43fe-410e-ab0b-dd6ac2ed59a7" providerId="ADAL" clId="{20AA238B-BA4D-59F0-BE88-0BD221C4FFE9}" dt="2026-03-17T11:40:20.541" v="614" actId="478"/>
          <ac:grpSpMkLst>
            <pc:docMk/>
            <pc:sldMk cId="229041283" sldId="2147483418"/>
            <ac:grpSpMk id="12" creationId="{6CE5DF8C-9826-1E47-A7BB-66C11DD995C6}"/>
          </ac:grpSpMkLst>
        </pc:grpChg>
        <pc:grpChg chg="mod">
          <ac:chgData name="Joseph Mata" userId="7bc4e0a3-43fe-410e-ab0b-dd6ac2ed59a7" providerId="ADAL" clId="{20AA238B-BA4D-59F0-BE88-0BD221C4FFE9}" dt="2026-03-17T21:16:57.646" v="1635" actId="164"/>
          <ac:grpSpMkLst>
            <pc:docMk/>
            <pc:sldMk cId="229041283" sldId="2147483418"/>
            <ac:grpSpMk id="26" creationId="{907D208E-8B4A-9F12-BC31-443DFB71B6D2}"/>
          </ac:grpSpMkLst>
        </pc:grpChg>
        <pc:grpChg chg="add mod">
          <ac:chgData name="Joseph Mata" userId="7bc4e0a3-43fe-410e-ab0b-dd6ac2ed59a7" providerId="ADAL" clId="{20AA238B-BA4D-59F0-BE88-0BD221C4FFE9}" dt="2026-03-17T21:17:04.226" v="1636" actId="164"/>
          <ac:grpSpMkLst>
            <pc:docMk/>
            <pc:sldMk cId="229041283" sldId="2147483418"/>
            <ac:grpSpMk id="37" creationId="{478FC792-5E26-396C-56C9-FE9555658425}"/>
          </ac:grpSpMkLst>
        </pc:grpChg>
        <pc:grpChg chg="mod">
          <ac:chgData name="Joseph Mata" userId="7bc4e0a3-43fe-410e-ab0b-dd6ac2ed59a7" providerId="ADAL" clId="{20AA238B-BA4D-59F0-BE88-0BD221C4FFE9}" dt="2026-03-17T21:32:54.836" v="1911" actId="164"/>
          <ac:grpSpMkLst>
            <pc:docMk/>
            <pc:sldMk cId="229041283" sldId="2147483418"/>
            <ac:grpSpMk id="46" creationId="{520D5A07-3ADA-53B5-194D-8CF4D2B8EDCA}"/>
          </ac:grpSpMkLst>
        </pc:grpChg>
        <pc:grpChg chg="add mod topLvl">
          <ac:chgData name="Joseph Mata" userId="7bc4e0a3-43fe-410e-ab0b-dd6ac2ed59a7" providerId="ADAL" clId="{20AA238B-BA4D-59F0-BE88-0BD221C4FFE9}" dt="2026-03-18T03:02:08.205" v="2517" actId="164"/>
          <ac:grpSpMkLst>
            <pc:docMk/>
            <pc:sldMk cId="229041283" sldId="2147483418"/>
            <ac:grpSpMk id="61" creationId="{45A3C04E-B49D-CF28-B246-45D5B6958AB6}"/>
          </ac:grpSpMkLst>
        </pc:grpChg>
        <pc:grpChg chg="add mod">
          <ac:chgData name="Joseph Mata" userId="7bc4e0a3-43fe-410e-ab0b-dd6ac2ed59a7" providerId="ADAL" clId="{20AA238B-BA4D-59F0-BE88-0BD221C4FFE9}" dt="2026-03-17T21:32:48.201" v="1910" actId="164"/>
          <ac:grpSpMkLst>
            <pc:docMk/>
            <pc:sldMk cId="229041283" sldId="2147483418"/>
            <ac:grpSpMk id="66" creationId="{5CC801C1-1A47-5DA9-CD0A-2589CCF80B7D}"/>
          </ac:grpSpMkLst>
        </pc:grpChg>
        <pc:grpChg chg="add del mod">
          <ac:chgData name="Joseph Mata" userId="7bc4e0a3-43fe-410e-ab0b-dd6ac2ed59a7" providerId="ADAL" clId="{20AA238B-BA4D-59F0-BE88-0BD221C4FFE9}" dt="2026-03-17T11:48:59.389" v="766" actId="478"/>
          <ac:grpSpMkLst>
            <pc:docMk/>
            <pc:sldMk cId="229041283" sldId="2147483418"/>
            <ac:grpSpMk id="70" creationId="{CCCD781A-C69F-CA2B-985B-5F405086C346}"/>
          </ac:grpSpMkLst>
        </pc:grpChg>
        <pc:grpChg chg="add mod">
          <ac:chgData name="Joseph Mata" userId="7bc4e0a3-43fe-410e-ab0b-dd6ac2ed59a7" providerId="ADAL" clId="{20AA238B-BA4D-59F0-BE88-0BD221C4FFE9}" dt="2026-03-17T21:18:02" v="1689" actId="1076"/>
          <ac:grpSpMkLst>
            <pc:docMk/>
            <pc:sldMk cId="229041283" sldId="2147483418"/>
            <ac:grpSpMk id="85" creationId="{2142EBBF-255F-EE00-BD73-E7542439AC25}"/>
          </ac:grpSpMkLst>
        </pc:grpChg>
        <pc:grpChg chg="add mod">
          <ac:chgData name="Joseph Mata" userId="7bc4e0a3-43fe-410e-ab0b-dd6ac2ed59a7" providerId="ADAL" clId="{20AA238B-BA4D-59F0-BE88-0BD221C4FFE9}" dt="2026-03-17T21:24:40.927" v="1805" actId="1036"/>
          <ac:grpSpMkLst>
            <pc:docMk/>
            <pc:sldMk cId="229041283" sldId="2147483418"/>
            <ac:grpSpMk id="88" creationId="{CB10209D-7A99-C8B0-A976-E67AA14336A8}"/>
          </ac:grpSpMkLst>
        </pc:grpChg>
        <pc:grpChg chg="add mod">
          <ac:chgData name="Joseph Mata" userId="7bc4e0a3-43fe-410e-ab0b-dd6ac2ed59a7" providerId="ADAL" clId="{20AA238B-BA4D-59F0-BE88-0BD221C4FFE9}" dt="2026-03-17T21:26:06.791" v="1864" actId="1036"/>
          <ac:grpSpMkLst>
            <pc:docMk/>
            <pc:sldMk cId="229041283" sldId="2147483418"/>
            <ac:grpSpMk id="89" creationId="{AD2D1DAB-0310-250C-15BC-C4CEC2C60BC1}"/>
          </ac:grpSpMkLst>
        </pc:grpChg>
        <pc:grpChg chg="add mod">
          <ac:chgData name="Joseph Mata" userId="7bc4e0a3-43fe-410e-ab0b-dd6ac2ed59a7" providerId="ADAL" clId="{20AA238B-BA4D-59F0-BE88-0BD221C4FFE9}" dt="2026-03-17T21:25:55.903" v="1851" actId="1038"/>
          <ac:grpSpMkLst>
            <pc:docMk/>
            <pc:sldMk cId="229041283" sldId="2147483418"/>
            <ac:grpSpMk id="90" creationId="{388ED7B3-EA56-90B2-AC79-9A0E40650A7C}"/>
          </ac:grpSpMkLst>
        </pc:grpChg>
        <pc:grpChg chg="add del mod">
          <ac:chgData name="Joseph Mata" userId="7bc4e0a3-43fe-410e-ab0b-dd6ac2ed59a7" providerId="ADAL" clId="{20AA238B-BA4D-59F0-BE88-0BD221C4FFE9}" dt="2026-03-18T02:49:41.181" v="2281" actId="478"/>
          <ac:grpSpMkLst>
            <pc:docMk/>
            <pc:sldMk cId="229041283" sldId="2147483418"/>
            <ac:grpSpMk id="94" creationId="{48D2329F-823F-C7A3-B40A-F7373F25CAAB}"/>
          </ac:grpSpMkLst>
        </pc:grpChg>
        <pc:grpChg chg="add mod">
          <ac:chgData name="Joseph Mata" userId="7bc4e0a3-43fe-410e-ab0b-dd6ac2ed59a7" providerId="ADAL" clId="{20AA238B-BA4D-59F0-BE88-0BD221C4FFE9}" dt="2026-03-18T03:02:17.513" v="2518" actId="164"/>
          <ac:grpSpMkLst>
            <pc:docMk/>
            <pc:sldMk cId="229041283" sldId="2147483418"/>
            <ac:grpSpMk id="98" creationId="{1CD9C8C3-D84A-9999-D1BF-4F0E91905B1A}"/>
          </ac:grpSpMkLst>
        </pc:grpChg>
        <pc:grpChg chg="add mod">
          <ac:chgData name="Joseph Mata" userId="7bc4e0a3-43fe-410e-ab0b-dd6ac2ed59a7" providerId="ADAL" clId="{20AA238B-BA4D-59F0-BE88-0BD221C4FFE9}" dt="2026-03-18T03:02:17.513" v="2518" actId="164"/>
          <ac:grpSpMkLst>
            <pc:docMk/>
            <pc:sldMk cId="229041283" sldId="2147483418"/>
            <ac:grpSpMk id="99" creationId="{D8188B3A-43FA-3E28-91EC-B56C2C506794}"/>
          </ac:grpSpMkLst>
        </pc:grpChg>
        <pc:grpChg chg="add del mod">
          <ac:chgData name="Joseph Mata" userId="7bc4e0a3-43fe-410e-ab0b-dd6ac2ed59a7" providerId="ADAL" clId="{20AA238B-BA4D-59F0-BE88-0BD221C4FFE9}" dt="2026-03-18T03:00:47.920" v="2499" actId="165"/>
          <ac:grpSpMkLst>
            <pc:docMk/>
            <pc:sldMk cId="229041283" sldId="2147483418"/>
            <ac:grpSpMk id="100" creationId="{29889F98-011A-7277-45DA-4C018D5CD32D}"/>
          </ac:grpSpMkLst>
        </pc:grpChg>
        <pc:grpChg chg="add mod">
          <ac:chgData name="Joseph Mata" userId="7bc4e0a3-43fe-410e-ab0b-dd6ac2ed59a7" providerId="ADAL" clId="{20AA238B-BA4D-59F0-BE88-0BD221C4FFE9}" dt="2026-03-17T21:33:37.493" v="1915" actId="164"/>
          <ac:grpSpMkLst>
            <pc:docMk/>
            <pc:sldMk cId="229041283" sldId="2147483418"/>
            <ac:grpSpMk id="101" creationId="{CA783EE2-E72E-B917-6EB0-D4C8A27D223E}"/>
          </ac:grpSpMkLst>
        </pc:grpChg>
        <pc:grpChg chg="add mod">
          <ac:chgData name="Joseph Mata" userId="7bc4e0a3-43fe-410e-ab0b-dd6ac2ed59a7" providerId="ADAL" clId="{20AA238B-BA4D-59F0-BE88-0BD221C4FFE9}" dt="2026-03-17T23:53:14.523" v="2044" actId="164"/>
          <ac:grpSpMkLst>
            <pc:docMk/>
            <pc:sldMk cId="229041283" sldId="2147483418"/>
            <ac:grpSpMk id="102" creationId="{7F1FB6D3-AE7A-DB56-74BD-67BBFE34D535}"/>
          </ac:grpSpMkLst>
        </pc:grpChg>
        <pc:grpChg chg="add mod">
          <ac:chgData name="Joseph Mata" userId="7bc4e0a3-43fe-410e-ab0b-dd6ac2ed59a7" providerId="ADAL" clId="{20AA238B-BA4D-59F0-BE88-0BD221C4FFE9}" dt="2026-03-18T02:50:06.060" v="2284" actId="164"/>
          <ac:grpSpMkLst>
            <pc:docMk/>
            <pc:sldMk cId="229041283" sldId="2147483418"/>
            <ac:grpSpMk id="103" creationId="{CBA61E06-BA89-F458-1E3E-841E0DF569A3}"/>
          </ac:grpSpMkLst>
        </pc:grpChg>
        <pc:grpChg chg="add mod">
          <ac:chgData name="Joseph Mata" userId="7bc4e0a3-43fe-410e-ab0b-dd6ac2ed59a7" providerId="ADAL" clId="{20AA238B-BA4D-59F0-BE88-0BD221C4FFE9}" dt="2026-03-18T02:50:06.060" v="2284" actId="164"/>
          <ac:grpSpMkLst>
            <pc:docMk/>
            <pc:sldMk cId="229041283" sldId="2147483418"/>
            <ac:grpSpMk id="105" creationId="{8775B136-C209-D7EF-5EAC-26564739E879}"/>
          </ac:grpSpMkLst>
        </pc:grpChg>
        <pc:grpChg chg="add mod">
          <ac:chgData name="Joseph Mata" userId="7bc4e0a3-43fe-410e-ab0b-dd6ac2ed59a7" providerId="ADAL" clId="{20AA238B-BA4D-59F0-BE88-0BD221C4FFE9}" dt="2026-03-18T03:02:17.513" v="2518" actId="164"/>
          <ac:grpSpMkLst>
            <pc:docMk/>
            <pc:sldMk cId="229041283" sldId="2147483418"/>
            <ac:grpSpMk id="106" creationId="{8A5E6E90-B363-BE79-AA98-3FDC5851AF50}"/>
          </ac:grpSpMkLst>
        </pc:grpChg>
        <pc:grpChg chg="add mod">
          <ac:chgData name="Joseph Mata" userId="7bc4e0a3-43fe-410e-ab0b-dd6ac2ed59a7" providerId="ADAL" clId="{20AA238B-BA4D-59F0-BE88-0BD221C4FFE9}" dt="2026-03-18T03:02:17.513" v="2518" actId="164"/>
          <ac:grpSpMkLst>
            <pc:docMk/>
            <pc:sldMk cId="229041283" sldId="2147483418"/>
            <ac:grpSpMk id="107" creationId="{E7051986-D7C8-6129-E698-FFDDDD38DFDE}"/>
          </ac:grpSpMkLst>
        </pc:grpChg>
        <pc:picChg chg="add mod">
          <ac:chgData name="Joseph Mata" userId="7bc4e0a3-43fe-410e-ab0b-dd6ac2ed59a7" providerId="ADAL" clId="{20AA238B-BA4D-59F0-BE88-0BD221C4FFE9}" dt="2026-03-17T23:53:14.523" v="2044" actId="164"/>
          <ac:picMkLst>
            <pc:docMk/>
            <pc:sldMk cId="229041283" sldId="2147483418"/>
            <ac:picMk id="87" creationId="{0621B4A0-B469-DD11-51E8-63EF4AD3843B}"/>
          </ac:picMkLst>
        </pc:picChg>
        <pc:picChg chg="add del">
          <ac:chgData name="Joseph Mata" userId="7bc4e0a3-43fe-410e-ab0b-dd6ac2ed59a7" providerId="ADAL" clId="{20AA238B-BA4D-59F0-BE88-0BD221C4FFE9}" dt="2026-03-17T20:20:49.151" v="1249" actId="478"/>
          <ac:picMkLst>
            <pc:docMk/>
            <pc:sldMk cId="229041283" sldId="2147483418"/>
            <ac:picMk id="1026" creationId="{4515449E-61AC-8A40-F229-C855ECF809F9}"/>
          </ac:picMkLst>
        </pc:picChg>
        <pc:cxnChg chg="add mod">
          <ac:chgData name="Joseph Mata" userId="7bc4e0a3-43fe-410e-ab0b-dd6ac2ed59a7" providerId="ADAL" clId="{20AA238B-BA4D-59F0-BE88-0BD221C4FFE9}" dt="2026-03-18T02:27:55.344" v="2102" actId="1076"/>
          <ac:cxnSpMkLst>
            <pc:docMk/>
            <pc:sldMk cId="229041283" sldId="2147483418"/>
            <ac:cxnSpMk id="91" creationId="{C4EAE418-B3B7-EBB1-436A-0E5033107714}"/>
          </ac:cxnSpMkLst>
        </pc:cxnChg>
        <pc:cxnChg chg="add mod">
          <ac:chgData name="Joseph Mata" userId="7bc4e0a3-43fe-410e-ab0b-dd6ac2ed59a7" providerId="ADAL" clId="{20AA238B-BA4D-59F0-BE88-0BD221C4FFE9}" dt="2026-03-17T21:24:43.669" v="1806" actId="1076"/>
          <ac:cxnSpMkLst>
            <pc:docMk/>
            <pc:sldMk cId="229041283" sldId="2147483418"/>
            <ac:cxnSpMk id="93" creationId="{C09F6B13-C335-F596-6CA1-B476D913FD66}"/>
          </ac:cxnSpMkLst>
        </pc:cxnChg>
      </pc:sldChg>
      <pc:sldChg chg="add del">
        <pc:chgData name="Joseph Mata" userId="7bc4e0a3-43fe-410e-ab0b-dd6ac2ed59a7" providerId="ADAL" clId="{20AA238B-BA4D-59F0-BE88-0BD221C4FFE9}" dt="2026-03-17T21:06:56.931" v="1540" actId="2696"/>
        <pc:sldMkLst>
          <pc:docMk/>
          <pc:sldMk cId="755072292" sldId="2147483419"/>
        </pc:sldMkLst>
      </pc:sldChg>
      <pc:sldChg chg="add del">
        <pc:chgData name="Joseph Mata" userId="7bc4e0a3-43fe-410e-ab0b-dd6ac2ed59a7" providerId="ADAL" clId="{20AA238B-BA4D-59F0-BE88-0BD221C4FFE9}" dt="2026-03-17T21:36:06.293" v="1975" actId="2696"/>
        <pc:sldMkLst>
          <pc:docMk/>
          <pc:sldMk cId="3358425312" sldId="2147483420"/>
        </pc:sldMkLst>
      </pc:sldChg>
      <pc:sldChg chg="add del">
        <pc:chgData name="Joseph Mata" userId="7bc4e0a3-43fe-410e-ab0b-dd6ac2ed59a7" providerId="ADAL" clId="{20AA238B-BA4D-59F0-BE88-0BD221C4FFE9}" dt="2026-03-17T21:36:45.210" v="1978" actId="2696"/>
        <pc:sldMkLst>
          <pc:docMk/>
          <pc:sldMk cId="2497943167" sldId="2147483421"/>
        </pc:sldMkLst>
      </pc:sldChg>
      <pc:sldChg chg="add ord modNotesTx">
        <pc:chgData name="Joseph Mata" userId="7bc4e0a3-43fe-410e-ab0b-dd6ac2ed59a7" providerId="ADAL" clId="{20AA238B-BA4D-59F0-BE88-0BD221C4FFE9}" dt="2026-03-18T03:16:24.839" v="2679" actId="5793"/>
        <pc:sldMkLst>
          <pc:docMk/>
          <pc:sldMk cId="468562430" sldId="2147483422"/>
        </pc:sldMkLst>
      </pc:sldChg>
      <pc:sldChg chg="delSp modSp add mod ord">
        <pc:chgData name="Joseph Mata" userId="7bc4e0a3-43fe-410e-ab0b-dd6ac2ed59a7" providerId="ADAL" clId="{20AA238B-BA4D-59F0-BE88-0BD221C4FFE9}" dt="2026-03-17T21:38:01.523" v="1986" actId="20578"/>
        <pc:sldMkLst>
          <pc:docMk/>
          <pc:sldMk cId="2111548839" sldId="2147483423"/>
        </pc:sldMkLst>
        <pc:spChg chg="del">
          <ac:chgData name="Joseph Mata" userId="7bc4e0a3-43fe-410e-ab0b-dd6ac2ed59a7" providerId="ADAL" clId="{20AA238B-BA4D-59F0-BE88-0BD221C4FFE9}" dt="2026-03-17T21:37:38.853" v="1983" actId="478"/>
          <ac:spMkLst>
            <pc:docMk/>
            <pc:sldMk cId="2111548839" sldId="2147483423"/>
            <ac:spMk id="2" creationId="{7B8500F4-8E79-ACD8-C40E-27370FAD8C4F}"/>
          </ac:spMkLst>
        </pc:spChg>
        <pc:spChg chg="mod">
          <ac:chgData name="Joseph Mata" userId="7bc4e0a3-43fe-410e-ab0b-dd6ac2ed59a7" providerId="ADAL" clId="{20AA238B-BA4D-59F0-BE88-0BD221C4FFE9}" dt="2026-03-17T21:37:53.815" v="1985" actId="1076"/>
          <ac:spMkLst>
            <pc:docMk/>
            <pc:sldMk cId="2111548839" sldId="2147483423"/>
            <ac:spMk id="16" creationId="{7A04B7E3-4873-9F1B-B2B0-D016176D0BC0}"/>
          </ac:spMkLst>
        </pc:spChg>
        <pc:grpChg chg="del">
          <ac:chgData name="Joseph Mata" userId="7bc4e0a3-43fe-410e-ab0b-dd6ac2ed59a7" providerId="ADAL" clId="{20AA238B-BA4D-59F0-BE88-0BD221C4FFE9}" dt="2026-03-17T21:37:43.627" v="1984" actId="478"/>
          <ac:grpSpMkLst>
            <pc:docMk/>
            <pc:sldMk cId="2111548839" sldId="2147483423"/>
            <ac:grpSpMk id="3" creationId="{BDA0F9F6-C756-FC1C-0B56-DE70FEBFD1BD}"/>
          </ac:grpSpMkLst>
        </pc:grpChg>
        <pc:picChg chg="mod">
          <ac:chgData name="Joseph Mata" userId="7bc4e0a3-43fe-410e-ab0b-dd6ac2ed59a7" providerId="ADAL" clId="{20AA238B-BA4D-59F0-BE88-0BD221C4FFE9}" dt="2026-03-17T21:37:53.815" v="1985" actId="1076"/>
          <ac:picMkLst>
            <pc:docMk/>
            <pc:sldMk cId="2111548839" sldId="2147483423"/>
            <ac:picMk id="15" creationId="{D02F25E2-AA80-93DE-0025-FC07E44B2EB6}"/>
          </ac:picMkLst>
        </pc:picChg>
      </pc:sldChg>
      <pc:sldChg chg="addSp delSp modSp add mod modTransition modAnim">
        <pc:chgData name="Joseph Mata" userId="7bc4e0a3-43fe-410e-ab0b-dd6ac2ed59a7" providerId="ADAL" clId="{20AA238B-BA4D-59F0-BE88-0BD221C4FFE9}" dt="2026-03-17T22:39:25.023" v="2041" actId="732"/>
        <pc:sldMkLst>
          <pc:docMk/>
          <pc:sldMk cId="1990532883" sldId="2147483424"/>
        </pc:sldMkLst>
        <pc:picChg chg="add mod">
          <ac:chgData name="Joseph Mata" userId="7bc4e0a3-43fe-410e-ab0b-dd6ac2ed59a7" providerId="ADAL" clId="{20AA238B-BA4D-59F0-BE88-0BD221C4FFE9}" dt="2026-03-17T22:39:00.691" v="2039"/>
          <ac:picMkLst>
            <pc:docMk/>
            <pc:sldMk cId="1990532883" sldId="2147483424"/>
            <ac:picMk id="2" creationId="{A07970D8-0946-0AC7-6F88-DF80EE6ED979}"/>
          </ac:picMkLst>
        </pc:picChg>
        <pc:picChg chg="mod modCrop">
          <ac:chgData name="Joseph Mata" userId="7bc4e0a3-43fe-410e-ab0b-dd6ac2ed59a7" providerId="ADAL" clId="{20AA238B-BA4D-59F0-BE88-0BD221C4FFE9}" dt="2026-03-17T22:39:25.023" v="2041" actId="732"/>
          <ac:picMkLst>
            <pc:docMk/>
            <pc:sldMk cId="1990532883" sldId="2147483424"/>
            <ac:picMk id="8" creationId="{1E9D1B04-AD45-1D14-C48D-45CAB1CFCE79}"/>
          </ac:picMkLst>
        </pc:picChg>
        <pc:picChg chg="del mod">
          <ac:chgData name="Joseph Mata" userId="7bc4e0a3-43fe-410e-ab0b-dd6ac2ed59a7" providerId="ADAL" clId="{20AA238B-BA4D-59F0-BE88-0BD221C4FFE9}" dt="2026-03-17T22:38:59.660" v="2038" actId="478"/>
          <ac:picMkLst>
            <pc:docMk/>
            <pc:sldMk cId="1990532883" sldId="2147483424"/>
            <ac:picMk id="9" creationId="{2C6BBF8A-33A6-2975-4993-14836074B25B}"/>
          </ac:picMkLst>
        </pc:picChg>
      </pc:sldChg>
      <pc:sldChg chg="modSp add mod modAnim">
        <pc:chgData name="Joseph Mata" userId="7bc4e0a3-43fe-410e-ab0b-dd6ac2ed59a7" providerId="ADAL" clId="{20AA238B-BA4D-59F0-BE88-0BD221C4FFE9}" dt="2026-03-17T22:38:02.147" v="2034"/>
        <pc:sldMkLst>
          <pc:docMk/>
          <pc:sldMk cId="4175983484" sldId="2147483425"/>
        </pc:sldMkLst>
        <pc:picChg chg="mod modCrop">
          <ac:chgData name="Joseph Mata" userId="7bc4e0a3-43fe-410e-ab0b-dd6ac2ed59a7" providerId="ADAL" clId="{20AA238B-BA4D-59F0-BE88-0BD221C4FFE9}" dt="2026-03-17T22:35:59.268" v="2033" actId="1076"/>
          <ac:picMkLst>
            <pc:docMk/>
            <pc:sldMk cId="4175983484" sldId="2147483425"/>
            <ac:picMk id="8" creationId="{C76994A1-15AF-01C8-EBD1-099ABC020FAF}"/>
          </ac:picMkLst>
        </pc:picChg>
      </pc:sldChg>
      <pc:sldChg chg="add">
        <pc:chgData name="Joseph Mata" userId="7bc4e0a3-43fe-410e-ab0b-dd6ac2ed59a7" providerId="ADAL" clId="{20AA238B-BA4D-59F0-BE88-0BD221C4FFE9}" dt="2026-03-17T22:42:46.185" v="2042" actId="2890"/>
        <pc:sldMkLst>
          <pc:docMk/>
          <pc:sldMk cId="1512180849" sldId="2147483426"/>
        </pc:sldMkLst>
      </pc:sldChg>
      <pc:sldChg chg="addSp delSp modSp add mod">
        <pc:chgData name="Joseph Mata" userId="7bc4e0a3-43fe-410e-ab0b-dd6ac2ed59a7" providerId="ADAL" clId="{20AA238B-BA4D-59F0-BE88-0BD221C4FFE9}" dt="2026-03-18T00:10:10.466" v="2066" actId="732"/>
        <pc:sldMkLst>
          <pc:docMk/>
          <pc:sldMk cId="98661325" sldId="2147483427"/>
        </pc:sldMkLst>
        <pc:picChg chg="add mod modCrop">
          <ac:chgData name="Joseph Mata" userId="7bc4e0a3-43fe-410e-ab0b-dd6ac2ed59a7" providerId="ADAL" clId="{20AA238B-BA4D-59F0-BE88-0BD221C4FFE9}" dt="2026-03-18T00:10:10.466" v="2066" actId="732"/>
          <ac:picMkLst>
            <pc:docMk/>
            <pc:sldMk cId="98661325" sldId="2147483427"/>
            <ac:picMk id="3" creationId="{8831B76D-E39D-C66B-1FFC-D36B4C0D30BD}"/>
          </ac:picMkLst>
        </pc:picChg>
        <pc:picChg chg="del">
          <ac:chgData name="Joseph Mata" userId="7bc4e0a3-43fe-410e-ab0b-dd6ac2ed59a7" providerId="ADAL" clId="{20AA238B-BA4D-59F0-BE88-0BD221C4FFE9}" dt="2026-03-18T00:09:43.595" v="2064" actId="478"/>
          <ac:picMkLst>
            <pc:docMk/>
            <pc:sldMk cId="98661325" sldId="2147483427"/>
            <ac:picMk id="8" creationId="{D2B18707-102C-CF10-6D0A-0B2E85ED086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19642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 everyone. I’m going to walk you through the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CertOps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Studio, an AI-native certification builder designed to solve a growing challenge in enterprise AI adoption.</a:t>
            </a:r>
            <a:endParaRPr lang="en-US" b="0" dirty="0">
              <a:effectLst/>
            </a:endParaRP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EFF20-4F59-17F5-A4C1-216CA3F1A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DB9C4C-51F0-75ED-BF87-DED7146EAD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83C6FB-AEDE-7B02-F51E-62D14EDFA5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CLICK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Organizations today are rapidly adopting AI tools such as Microsoft Copilot, Claude, and other enterprise AI platforms. But adoption is not the same as proficiency.</a:t>
            </a:r>
            <a:endParaRPr lang="en-US" b="0" dirty="0">
              <a:effectLst/>
            </a:endParaRPr>
          </a:p>
          <a:p>
            <a:pPr rtl="0"/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CLICK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According to McKinsey &amp; Company, while over half of organizations are adopting AI, only about a quarter have actually scaled it to deliver meaningful business impact. A big part of that gap comes down to how people are using these tools.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0E31E-A151-8AB5-779C-2C389397D9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0512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7F8A0-87CF-6AF1-C75C-BA93E8455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CC5B6D-05FD-F600-2998-0BB10F4789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0DCB50-6120-CD10-C7DD-9FDD0E0A14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a Senior AI Enablement Manager, I see two core challenges.</a:t>
            </a:r>
          </a:p>
          <a:p>
            <a:pPr rtl="0"/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CLICK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First, the learning ecosystem for ai tools are fragmented.</a:t>
            </a:r>
          </a:p>
          <a:p>
            <a:pPr rtl="0"/>
            <a:b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CLICK CLICK CLICK</a:t>
            </a: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Content exists across documentation sites, videos, and training paths. </a:t>
            </a:r>
          </a:p>
          <a:p>
            <a:pPr rtl="0"/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CLICK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Second available learning platforms test knowledge of tools in isolation. 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CLICK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They don’t take into account an organization's AI policy , Approved use cases and restriction</a:t>
            </a:r>
          </a:p>
          <a:p>
            <a:pPr rtl="0"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 Security and governance constraints.</a:t>
            </a:r>
          </a:p>
          <a:p>
            <a:pPr rtl="0" fontAlgn="base"/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only there was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ssystemw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here enablement leads could generate certification programs that are tailored to how AI tools should be used within our organization</a:t>
            </a:r>
          </a:p>
          <a:p>
            <a:pPr rtl="0" fontAlgn="base"/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 fontAlgn="base"/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rtl="0"/>
            <a:br>
              <a:rPr lang="en-US" dirty="0"/>
            </a:br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3043D1-C622-F864-FAB2-ADEFCC4CFE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9518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764CF-2B35-A79D-F585-E00CAF72E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3AB982-D877-9170-9FCF-3964129823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8E72D0-A172-5557-9518-AF066C7906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Behold,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CertOps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Studios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where enablement 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becomes structured, relevant, and adaptive.</a:t>
            </a:r>
            <a:endParaRPr lang="en-US" b="0" dirty="0">
              <a:effectLst/>
            </a:endParaRP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75EE0C-5533-2511-A2F1-94FD6B5348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1255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F4D3F-DD65-C4E6-359F-A94F05C79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280F60-0273-A1B2-CFF9-FD427E735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A5C113-7F58-2455-6BC6-4E529F6F73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strong. One sentence intro, then straight into the problem. Don’t fumble with ‘can you see my screen’ — just go.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65EBEC-97D4-787E-C104-5704492CEB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845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9A588-7B2B-2114-8F02-791F8382F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A929AF-B608-1D54-8409-0065011A29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325681-3C19-6DDE-D0EA-31EB49C091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strong. One sentence intro, then straight into the problem. Don’t fumble with ‘can you see my screen’ — just go.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BA1A11-0F85-8A63-D43F-C17AB16341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51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4AC89-0A1A-85AA-EBEF-C9AF4270A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C6AF9A-C022-76DA-A162-91868E1400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1C9318-A46A-F933-F9A2-E5CDE48C49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strong. One sentence intro, then straight into the problem. Don’t fumble with ‘can you see my screen’ — just go.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F90D01-1974-1012-9BA7-FC8FE39EE7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5198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6B5EC-E721-A9E5-70D3-F0D545FF7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71275-4B4D-BD71-73F3-EF94EF4AB2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92C8E9-EC27-5931-C660-DAFD64DA9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strong. One sentence intro, then straight into the problem. Don’t fumble with ‘can you see my screen’ — just go.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078525-B8C1-F9D6-1F20-60FAA8B8F3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240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9FA73-5CDD-A5A8-46C1-C59D84F6D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A897C8-E7A4-76AC-EE02-0E3644B713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0E8E22-7D92-E5DD-9095-A8A56B3D76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strong. One sentence intro, then straight into the problem. Don’t fumble with ‘can you see my screen’ — just go.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F4C9BB-86B4-4C4E-3403-DAAE9948D2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5768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3CBB3-2C3E-16CF-C440-C956A4C41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65A950-1D18-A506-2EFD-EA649DD82F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49A47B-6C35-1119-D381-021AB0D39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strong. One sentence intro, then straight into the problem. Don’t fumble with ‘can you see my screen’ — just go.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DB4C8D-9D8C-40EC-4F06-358B94083F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2137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strong. Open for questions. Have the live app 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3F040-FBFA-0EE1-F196-6F593927A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304799-8B90-4A6A-0EE5-33160ED0C2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5AF488-DED5-84A4-F33F-58484B1ED7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strong. One sentence intro, then straight into the problem. Don’t fumble with ‘can you see my screen’ — just go.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C96C08-FCAB-70C6-CC3B-86CB131C33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2247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D881-E361-9D4C-B245-86AC355DC6C1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ABE131-B770-A142-8D71-AFAB29C63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70848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D881-E361-9D4C-B245-86AC355DC6C1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ABE131-B770-A142-8D71-AFAB29C63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41251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7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7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shade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shade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shade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shade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shade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shade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shade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D881-E361-9D4C-B245-86AC355DC6C1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ABE131-B770-A142-8D71-AFAB29C63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56419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8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8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D881-E361-9D4C-B245-86AC355DC6C1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ABE131-B770-A142-8D71-AFAB29C63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77401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D881-E361-9D4C-B245-86AC355DC6C1}" type="datetimeFigureOut">
              <a:rPr lang="en-US" smtClean="0"/>
              <a:t>3/17/26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ABE131-B770-A142-8D71-AFAB29C63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54554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D881-E361-9D4C-B245-86AC355DC6C1}" type="datetimeFigureOut">
              <a:rPr lang="en-US" smtClean="0"/>
              <a:t>3/17/26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ABE131-B770-A142-8D71-AFAB29C63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135352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D881-E361-9D4C-B245-86AC355DC6C1}" type="datetimeFigureOut">
              <a:rPr lang="en-US" smtClean="0"/>
              <a:t>3/17/26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ABE131-B770-A142-8D71-AFAB29C63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38366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D881-E361-9D4C-B245-86AC355DC6C1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ABE131-B770-A142-8D71-AFAB29C63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56991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D881-E361-9D4C-B245-86AC355DC6C1}" type="datetimeFigureOut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ABE131-B770-A142-8D71-AFAB29C63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841242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D881-E361-9D4C-B245-86AC355DC6C1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ABE131-B770-A142-8D71-AFAB29C63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45334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3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3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6D881-E361-9D4C-B245-86AC355DC6C1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ABE131-B770-A142-8D71-AFAB29C63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82201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7592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8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E0D6D881-E361-9D4C-B245-86AC355DC6C1}" type="datetimeFigureOut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A8ABE131-B770-A142-8D71-AFAB29C634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27269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microsoft.com/office/2007/relationships/hdphoto" Target="../media/hdphoto2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</a:t>
            </a:r>
            <a:r>
              <a:rPr lang="en-US" sz="4800" b="1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r>
              <a:rPr lang="en-US" sz="4800" b="1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Studio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22860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Certification Builder for Enterprise AI Platforms.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95425" y="4533845"/>
            <a:ext cx="11446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Joseph Mata</a:t>
            </a:r>
            <a:r>
              <a:rPr lang="en-US" sz="1400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E37404-1177-E0E4-2BB7-59EF8136A294}"/>
              </a:ext>
            </a:extLst>
          </p:cNvPr>
          <p:cNvSpPr txBox="1"/>
          <p:nvPr/>
        </p:nvSpPr>
        <p:spPr>
          <a:xfrm>
            <a:off x="11439868" y="113806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E81450-BD90-03FC-4C9A-DE3907EB0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95275D8-4AF6-01A4-FD42-EA7C050A271C}"/>
              </a:ext>
            </a:extLst>
          </p:cNvPr>
          <p:cNvSpPr txBox="1"/>
          <p:nvPr/>
        </p:nvSpPr>
        <p:spPr>
          <a:xfrm>
            <a:off x="11439868" y="113806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98E1461-7FA1-8864-F816-A1117CCA8031}"/>
              </a:ext>
            </a:extLst>
          </p:cNvPr>
          <p:cNvGrpSpPr/>
          <p:nvPr/>
        </p:nvGrpSpPr>
        <p:grpSpPr>
          <a:xfrm>
            <a:off x="5038402" y="1263539"/>
            <a:ext cx="3884257" cy="1006659"/>
            <a:chOff x="1864014" y="2219081"/>
            <a:chExt cx="3884257" cy="1006659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F5663E4-71F7-1164-AA35-371FC5E7A98F}"/>
                </a:ext>
              </a:extLst>
            </p:cNvPr>
            <p:cNvGrpSpPr/>
            <p:nvPr/>
          </p:nvGrpSpPr>
          <p:grpSpPr>
            <a:xfrm rot="16200000">
              <a:off x="4111530" y="1589000"/>
              <a:ext cx="1006659" cy="2266822"/>
              <a:chOff x="6428413" y="1203216"/>
              <a:chExt cx="1342212" cy="3022427"/>
            </a:xfrm>
          </p:grpSpPr>
          <p:pic>
            <p:nvPicPr>
              <p:cNvPr id="9" name="Picture 8" descr="A orange sunburst with black background&#10;&#10;AI-generated content may be incorrect.">
                <a:extLst>
                  <a:ext uri="{FF2B5EF4-FFF2-40B4-BE49-F238E27FC236}">
                    <a16:creationId xmlns:a16="http://schemas.microsoft.com/office/drawing/2014/main" id="{864122BF-323D-6DB6-D4E2-19297A8EBF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428413" y="2908400"/>
                <a:ext cx="1317241" cy="1317243"/>
              </a:xfrm>
              <a:prstGeom prst="rect">
                <a:avLst/>
              </a:prstGeom>
            </p:spPr>
          </p:pic>
          <p:pic>
            <p:nvPicPr>
              <p:cNvPr id="10" name="Picture 9" descr="A black background with a black square&#10;&#10;AI-generated content may be incorrect.">
                <a:extLst>
                  <a:ext uri="{FF2B5EF4-FFF2-40B4-BE49-F238E27FC236}">
                    <a16:creationId xmlns:a16="http://schemas.microsoft.com/office/drawing/2014/main" id="{3236FC0C-D042-BCBC-58EC-9C91F2E555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harpenSoften amount="-100000"/>
                        </a14:imgEffect>
                        <a14:imgEffect>
                          <a14:colorTemperature colorTemp="11500"/>
                        </a14:imgEffect>
                        <a14:imgEffect>
                          <a14:saturation sat="300000"/>
                        </a14:imgEffect>
                        <a14:imgEffect>
                          <a14:brightnessContrast bright="100000" contrast="64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6443100" y="1203216"/>
                <a:ext cx="1327525" cy="1327525"/>
              </a:xfrm>
              <a:prstGeom prst="rect">
                <a:avLst/>
              </a:prstGeom>
              <a:noFill/>
            </p:spPr>
          </p:pic>
        </p:grpSp>
        <p:pic>
          <p:nvPicPr>
            <p:cNvPr id="11" name="Picture 10" descr="A rainbow colored logo on a black background&#10;&#10;AI-generated content may be incorrect.">
              <a:extLst>
                <a:ext uri="{FF2B5EF4-FFF2-40B4-BE49-F238E27FC236}">
                  <a16:creationId xmlns:a16="http://schemas.microsoft.com/office/drawing/2014/main" id="{195FB887-8B06-EDDE-695A-A9F0503A289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864014" y="2221665"/>
              <a:ext cx="1641472" cy="923329"/>
            </a:xfrm>
            <a:prstGeom prst="rect">
              <a:avLst/>
            </a:prstGeom>
          </p:spPr>
        </p:pic>
      </p:grpSp>
      <p:sp>
        <p:nvSpPr>
          <p:cNvPr id="13" name="Google Shape;11582;p86">
            <a:extLst>
              <a:ext uri="{FF2B5EF4-FFF2-40B4-BE49-F238E27FC236}">
                <a16:creationId xmlns:a16="http://schemas.microsoft.com/office/drawing/2014/main" id="{64A35CB2-0C30-40EC-6173-446F1E16B6A5}"/>
              </a:ext>
            </a:extLst>
          </p:cNvPr>
          <p:cNvSpPr>
            <a:spLocks noChangeAspect="1"/>
          </p:cNvSpPr>
          <p:nvPr/>
        </p:nvSpPr>
        <p:spPr>
          <a:xfrm>
            <a:off x="117887" y="1930155"/>
            <a:ext cx="1606016" cy="1602495"/>
          </a:xfrm>
          <a:custGeom>
            <a:avLst/>
            <a:gdLst/>
            <a:ahLst/>
            <a:cxnLst/>
            <a:rect l="l" t="t" r="r" b="b"/>
            <a:pathLst>
              <a:path w="9574" h="9553" extrusionOk="0">
                <a:moveTo>
                  <a:pt x="4811" y="290"/>
                </a:moveTo>
                <a:lnTo>
                  <a:pt x="8157" y="2230"/>
                </a:lnTo>
                <a:lnTo>
                  <a:pt x="7573" y="2230"/>
                </a:lnTo>
                <a:lnTo>
                  <a:pt x="4918" y="671"/>
                </a:lnTo>
                <a:cubicBezTo>
                  <a:pt x="4876" y="647"/>
                  <a:pt x="4838" y="635"/>
                  <a:pt x="4800" y="635"/>
                </a:cubicBezTo>
                <a:cubicBezTo>
                  <a:pt x="4763" y="635"/>
                  <a:pt x="4728" y="647"/>
                  <a:pt x="4692" y="671"/>
                </a:cubicBezTo>
                <a:lnTo>
                  <a:pt x="3989" y="1087"/>
                </a:lnTo>
                <a:cubicBezTo>
                  <a:pt x="3930" y="1135"/>
                  <a:pt x="3906" y="1206"/>
                  <a:pt x="3942" y="1278"/>
                </a:cubicBezTo>
                <a:cubicBezTo>
                  <a:pt x="3974" y="1318"/>
                  <a:pt x="4017" y="1348"/>
                  <a:pt x="4067" y="1348"/>
                </a:cubicBezTo>
                <a:cubicBezTo>
                  <a:pt x="4092" y="1348"/>
                  <a:pt x="4117" y="1341"/>
                  <a:pt x="4144" y="1326"/>
                </a:cubicBezTo>
                <a:lnTo>
                  <a:pt x="4811" y="933"/>
                </a:lnTo>
                <a:lnTo>
                  <a:pt x="7025" y="2230"/>
                </a:lnTo>
                <a:lnTo>
                  <a:pt x="2572" y="2230"/>
                </a:lnTo>
                <a:lnTo>
                  <a:pt x="3561" y="1671"/>
                </a:lnTo>
                <a:cubicBezTo>
                  <a:pt x="3620" y="1623"/>
                  <a:pt x="3644" y="1552"/>
                  <a:pt x="3608" y="1480"/>
                </a:cubicBezTo>
                <a:cubicBezTo>
                  <a:pt x="3576" y="1440"/>
                  <a:pt x="3533" y="1411"/>
                  <a:pt x="3483" y="1411"/>
                </a:cubicBezTo>
                <a:cubicBezTo>
                  <a:pt x="3459" y="1411"/>
                  <a:pt x="3433" y="1417"/>
                  <a:pt x="3406" y="1433"/>
                </a:cubicBezTo>
                <a:lnTo>
                  <a:pt x="2013" y="2254"/>
                </a:lnTo>
                <a:lnTo>
                  <a:pt x="1429" y="2254"/>
                </a:lnTo>
                <a:lnTo>
                  <a:pt x="4811" y="290"/>
                </a:lnTo>
                <a:close/>
                <a:moveTo>
                  <a:pt x="8621" y="2528"/>
                </a:moveTo>
                <a:lnTo>
                  <a:pt x="8621" y="3207"/>
                </a:lnTo>
                <a:lnTo>
                  <a:pt x="965" y="3207"/>
                </a:lnTo>
                <a:lnTo>
                  <a:pt x="965" y="2528"/>
                </a:lnTo>
                <a:close/>
                <a:moveTo>
                  <a:pt x="2644" y="3469"/>
                </a:moveTo>
                <a:cubicBezTo>
                  <a:pt x="2692" y="3469"/>
                  <a:pt x="2727" y="3481"/>
                  <a:pt x="2751" y="3516"/>
                </a:cubicBezTo>
                <a:cubicBezTo>
                  <a:pt x="2787" y="3540"/>
                  <a:pt x="2799" y="3576"/>
                  <a:pt x="2799" y="3623"/>
                </a:cubicBezTo>
                <a:cubicBezTo>
                  <a:pt x="2799" y="3695"/>
                  <a:pt x="2739" y="3754"/>
                  <a:pt x="2668" y="3754"/>
                </a:cubicBezTo>
                <a:cubicBezTo>
                  <a:pt x="2620" y="3754"/>
                  <a:pt x="2596" y="3731"/>
                  <a:pt x="2561" y="3707"/>
                </a:cubicBezTo>
                <a:cubicBezTo>
                  <a:pt x="2528" y="3666"/>
                  <a:pt x="2479" y="3648"/>
                  <a:pt x="2432" y="3648"/>
                </a:cubicBezTo>
                <a:cubicBezTo>
                  <a:pt x="2410" y="3648"/>
                  <a:pt x="2389" y="3652"/>
                  <a:pt x="2370" y="3659"/>
                </a:cubicBezTo>
                <a:cubicBezTo>
                  <a:pt x="2299" y="3695"/>
                  <a:pt x="2251" y="3754"/>
                  <a:pt x="2251" y="3826"/>
                </a:cubicBezTo>
                <a:lnTo>
                  <a:pt x="2251" y="7707"/>
                </a:lnTo>
                <a:lnTo>
                  <a:pt x="1703" y="7707"/>
                </a:lnTo>
                <a:lnTo>
                  <a:pt x="1703" y="3826"/>
                </a:lnTo>
                <a:cubicBezTo>
                  <a:pt x="1703" y="3754"/>
                  <a:pt x="1656" y="3683"/>
                  <a:pt x="1584" y="3659"/>
                </a:cubicBezTo>
                <a:cubicBezTo>
                  <a:pt x="1568" y="3653"/>
                  <a:pt x="1551" y="3650"/>
                  <a:pt x="1532" y="3650"/>
                </a:cubicBezTo>
                <a:cubicBezTo>
                  <a:pt x="1482" y="3650"/>
                  <a:pt x="1425" y="3672"/>
                  <a:pt x="1382" y="3707"/>
                </a:cubicBezTo>
                <a:cubicBezTo>
                  <a:pt x="1358" y="3742"/>
                  <a:pt x="1322" y="3754"/>
                  <a:pt x="1287" y="3754"/>
                </a:cubicBezTo>
                <a:cubicBezTo>
                  <a:pt x="1239" y="3754"/>
                  <a:pt x="1203" y="3731"/>
                  <a:pt x="1179" y="3707"/>
                </a:cubicBezTo>
                <a:cubicBezTo>
                  <a:pt x="1144" y="3683"/>
                  <a:pt x="1132" y="3647"/>
                  <a:pt x="1132" y="3600"/>
                </a:cubicBezTo>
                <a:cubicBezTo>
                  <a:pt x="1132" y="3528"/>
                  <a:pt x="1203" y="3469"/>
                  <a:pt x="1287" y="3469"/>
                </a:cubicBezTo>
                <a:close/>
                <a:moveTo>
                  <a:pt x="5537" y="3481"/>
                </a:moveTo>
                <a:cubicBezTo>
                  <a:pt x="5573" y="3481"/>
                  <a:pt x="5609" y="3504"/>
                  <a:pt x="5644" y="3528"/>
                </a:cubicBezTo>
                <a:cubicBezTo>
                  <a:pt x="5668" y="3564"/>
                  <a:pt x="5692" y="3588"/>
                  <a:pt x="5692" y="3635"/>
                </a:cubicBezTo>
                <a:cubicBezTo>
                  <a:pt x="5692" y="3707"/>
                  <a:pt x="5632" y="3766"/>
                  <a:pt x="5549" y="3766"/>
                </a:cubicBezTo>
                <a:cubicBezTo>
                  <a:pt x="5513" y="3766"/>
                  <a:pt x="5478" y="3754"/>
                  <a:pt x="5454" y="3719"/>
                </a:cubicBezTo>
                <a:cubicBezTo>
                  <a:pt x="5424" y="3681"/>
                  <a:pt x="5376" y="3663"/>
                  <a:pt x="5329" y="3663"/>
                </a:cubicBezTo>
                <a:cubicBezTo>
                  <a:pt x="5301" y="3663"/>
                  <a:pt x="5274" y="3670"/>
                  <a:pt x="5251" y="3683"/>
                </a:cubicBezTo>
                <a:cubicBezTo>
                  <a:pt x="5180" y="3707"/>
                  <a:pt x="5132" y="3766"/>
                  <a:pt x="5132" y="3838"/>
                </a:cubicBezTo>
                <a:lnTo>
                  <a:pt x="5132" y="7731"/>
                </a:lnTo>
                <a:lnTo>
                  <a:pt x="4585" y="7731"/>
                </a:lnTo>
                <a:lnTo>
                  <a:pt x="4585" y="3838"/>
                </a:lnTo>
                <a:cubicBezTo>
                  <a:pt x="4585" y="3766"/>
                  <a:pt x="4537" y="3695"/>
                  <a:pt x="4466" y="3683"/>
                </a:cubicBezTo>
                <a:cubicBezTo>
                  <a:pt x="4439" y="3670"/>
                  <a:pt x="4412" y="3663"/>
                  <a:pt x="4386" y="3663"/>
                </a:cubicBezTo>
                <a:cubicBezTo>
                  <a:pt x="4344" y="3663"/>
                  <a:pt x="4305" y="3681"/>
                  <a:pt x="4275" y="3719"/>
                </a:cubicBezTo>
                <a:cubicBezTo>
                  <a:pt x="4239" y="3754"/>
                  <a:pt x="4216" y="3766"/>
                  <a:pt x="4168" y="3766"/>
                </a:cubicBezTo>
                <a:cubicBezTo>
                  <a:pt x="4120" y="3766"/>
                  <a:pt x="4096" y="3754"/>
                  <a:pt x="4061" y="3719"/>
                </a:cubicBezTo>
                <a:cubicBezTo>
                  <a:pt x="4037" y="3695"/>
                  <a:pt x="4025" y="3659"/>
                  <a:pt x="4025" y="3623"/>
                </a:cubicBezTo>
                <a:cubicBezTo>
                  <a:pt x="4025" y="3540"/>
                  <a:pt x="4096" y="3481"/>
                  <a:pt x="4168" y="3481"/>
                </a:cubicBezTo>
                <a:close/>
                <a:moveTo>
                  <a:pt x="8395" y="3481"/>
                </a:moveTo>
                <a:cubicBezTo>
                  <a:pt x="8442" y="3481"/>
                  <a:pt x="8466" y="3492"/>
                  <a:pt x="8502" y="3528"/>
                </a:cubicBezTo>
                <a:cubicBezTo>
                  <a:pt x="8526" y="3552"/>
                  <a:pt x="8538" y="3588"/>
                  <a:pt x="8538" y="3635"/>
                </a:cubicBezTo>
                <a:cubicBezTo>
                  <a:pt x="8526" y="3695"/>
                  <a:pt x="8466" y="3754"/>
                  <a:pt x="8407" y="3754"/>
                </a:cubicBezTo>
                <a:cubicBezTo>
                  <a:pt x="8371" y="3754"/>
                  <a:pt x="8335" y="3742"/>
                  <a:pt x="8311" y="3707"/>
                </a:cubicBezTo>
                <a:cubicBezTo>
                  <a:pt x="8279" y="3666"/>
                  <a:pt x="8224" y="3648"/>
                  <a:pt x="8174" y="3648"/>
                </a:cubicBezTo>
                <a:cubicBezTo>
                  <a:pt x="8150" y="3648"/>
                  <a:pt x="8128" y="3652"/>
                  <a:pt x="8109" y="3659"/>
                </a:cubicBezTo>
                <a:cubicBezTo>
                  <a:pt x="8037" y="3695"/>
                  <a:pt x="7990" y="3754"/>
                  <a:pt x="7990" y="3826"/>
                </a:cubicBezTo>
                <a:lnTo>
                  <a:pt x="7990" y="7707"/>
                </a:lnTo>
                <a:lnTo>
                  <a:pt x="7442" y="7707"/>
                </a:lnTo>
                <a:lnTo>
                  <a:pt x="7442" y="6314"/>
                </a:lnTo>
                <a:cubicBezTo>
                  <a:pt x="7442" y="6243"/>
                  <a:pt x="7383" y="6183"/>
                  <a:pt x="7311" y="6183"/>
                </a:cubicBezTo>
                <a:cubicBezTo>
                  <a:pt x="7240" y="6183"/>
                  <a:pt x="7180" y="6243"/>
                  <a:pt x="7180" y="6314"/>
                </a:cubicBezTo>
                <a:lnTo>
                  <a:pt x="7180" y="7743"/>
                </a:lnTo>
                <a:cubicBezTo>
                  <a:pt x="7097" y="7791"/>
                  <a:pt x="7061" y="7862"/>
                  <a:pt x="7061" y="7945"/>
                </a:cubicBezTo>
                <a:lnTo>
                  <a:pt x="7061" y="8148"/>
                </a:lnTo>
                <a:lnTo>
                  <a:pt x="5549" y="8148"/>
                </a:lnTo>
                <a:lnTo>
                  <a:pt x="5549" y="7969"/>
                </a:lnTo>
                <a:cubicBezTo>
                  <a:pt x="5549" y="7874"/>
                  <a:pt x="5513" y="7803"/>
                  <a:pt x="5430" y="7755"/>
                </a:cubicBezTo>
                <a:lnTo>
                  <a:pt x="5430" y="4016"/>
                </a:lnTo>
                <a:cubicBezTo>
                  <a:pt x="5465" y="4034"/>
                  <a:pt x="5500" y="4045"/>
                  <a:pt x="5535" y="4045"/>
                </a:cubicBezTo>
                <a:cubicBezTo>
                  <a:pt x="5547" y="4045"/>
                  <a:pt x="5560" y="4043"/>
                  <a:pt x="5573" y="4040"/>
                </a:cubicBezTo>
                <a:cubicBezTo>
                  <a:pt x="5787" y="4040"/>
                  <a:pt x="5966" y="3862"/>
                  <a:pt x="5966" y="3635"/>
                </a:cubicBezTo>
                <a:cubicBezTo>
                  <a:pt x="5966" y="3576"/>
                  <a:pt x="5966" y="3528"/>
                  <a:pt x="5954" y="3481"/>
                </a:cubicBezTo>
                <a:lnTo>
                  <a:pt x="6656" y="3481"/>
                </a:lnTo>
                <a:cubicBezTo>
                  <a:pt x="6633" y="3516"/>
                  <a:pt x="6633" y="3564"/>
                  <a:pt x="6621" y="3600"/>
                </a:cubicBezTo>
                <a:cubicBezTo>
                  <a:pt x="6621" y="3719"/>
                  <a:pt x="6656" y="3826"/>
                  <a:pt x="6740" y="3921"/>
                </a:cubicBezTo>
                <a:cubicBezTo>
                  <a:pt x="6811" y="4004"/>
                  <a:pt x="6942" y="4052"/>
                  <a:pt x="7037" y="4052"/>
                </a:cubicBezTo>
                <a:cubicBezTo>
                  <a:pt x="7085" y="4052"/>
                  <a:pt x="7133" y="4028"/>
                  <a:pt x="7168" y="4016"/>
                </a:cubicBezTo>
                <a:lnTo>
                  <a:pt x="7168" y="5636"/>
                </a:lnTo>
                <a:cubicBezTo>
                  <a:pt x="7168" y="5719"/>
                  <a:pt x="7228" y="5778"/>
                  <a:pt x="7311" y="5778"/>
                </a:cubicBezTo>
                <a:cubicBezTo>
                  <a:pt x="7383" y="5778"/>
                  <a:pt x="7442" y="5719"/>
                  <a:pt x="7442" y="5636"/>
                </a:cubicBezTo>
                <a:lnTo>
                  <a:pt x="7442" y="3838"/>
                </a:lnTo>
                <a:cubicBezTo>
                  <a:pt x="7442" y="3766"/>
                  <a:pt x="7395" y="3695"/>
                  <a:pt x="7323" y="3671"/>
                </a:cubicBezTo>
                <a:cubicBezTo>
                  <a:pt x="7301" y="3667"/>
                  <a:pt x="7278" y="3665"/>
                  <a:pt x="7255" y="3665"/>
                </a:cubicBezTo>
                <a:cubicBezTo>
                  <a:pt x="7205" y="3665"/>
                  <a:pt x="7157" y="3678"/>
                  <a:pt x="7133" y="3719"/>
                </a:cubicBezTo>
                <a:cubicBezTo>
                  <a:pt x="7097" y="3754"/>
                  <a:pt x="7073" y="3766"/>
                  <a:pt x="7025" y="3766"/>
                </a:cubicBezTo>
                <a:cubicBezTo>
                  <a:pt x="6978" y="3766"/>
                  <a:pt x="6954" y="3754"/>
                  <a:pt x="6918" y="3719"/>
                </a:cubicBezTo>
                <a:cubicBezTo>
                  <a:pt x="6894" y="3695"/>
                  <a:pt x="6871" y="3659"/>
                  <a:pt x="6871" y="3612"/>
                </a:cubicBezTo>
                <a:cubicBezTo>
                  <a:pt x="6871" y="3540"/>
                  <a:pt x="6954" y="3481"/>
                  <a:pt x="7025" y="3481"/>
                </a:cubicBezTo>
                <a:close/>
                <a:moveTo>
                  <a:pt x="2382" y="7993"/>
                </a:moveTo>
                <a:lnTo>
                  <a:pt x="2382" y="8160"/>
                </a:lnTo>
                <a:lnTo>
                  <a:pt x="1572" y="8160"/>
                </a:lnTo>
                <a:lnTo>
                  <a:pt x="1572" y="7993"/>
                </a:lnTo>
                <a:close/>
                <a:moveTo>
                  <a:pt x="3751" y="3481"/>
                </a:moveTo>
                <a:cubicBezTo>
                  <a:pt x="3739" y="3516"/>
                  <a:pt x="3739" y="3564"/>
                  <a:pt x="3715" y="3600"/>
                </a:cubicBezTo>
                <a:cubicBezTo>
                  <a:pt x="3715" y="3719"/>
                  <a:pt x="3751" y="3826"/>
                  <a:pt x="3835" y="3921"/>
                </a:cubicBezTo>
                <a:cubicBezTo>
                  <a:pt x="3918" y="4004"/>
                  <a:pt x="4037" y="4052"/>
                  <a:pt x="4132" y="4052"/>
                </a:cubicBezTo>
                <a:cubicBezTo>
                  <a:pt x="4180" y="4052"/>
                  <a:pt x="4227" y="4028"/>
                  <a:pt x="4275" y="4016"/>
                </a:cubicBezTo>
                <a:lnTo>
                  <a:pt x="4275" y="7755"/>
                </a:lnTo>
                <a:cubicBezTo>
                  <a:pt x="4192" y="7803"/>
                  <a:pt x="4156" y="7874"/>
                  <a:pt x="4156" y="7957"/>
                </a:cubicBezTo>
                <a:lnTo>
                  <a:pt x="4156" y="8160"/>
                </a:lnTo>
                <a:lnTo>
                  <a:pt x="2644" y="8160"/>
                </a:lnTo>
                <a:lnTo>
                  <a:pt x="2644" y="7969"/>
                </a:lnTo>
                <a:cubicBezTo>
                  <a:pt x="2668" y="7874"/>
                  <a:pt x="2608" y="7803"/>
                  <a:pt x="2537" y="7755"/>
                </a:cubicBezTo>
                <a:lnTo>
                  <a:pt x="2537" y="4016"/>
                </a:lnTo>
                <a:cubicBezTo>
                  <a:pt x="2563" y="4034"/>
                  <a:pt x="2595" y="4045"/>
                  <a:pt x="2630" y="4045"/>
                </a:cubicBezTo>
                <a:cubicBezTo>
                  <a:pt x="2642" y="4045"/>
                  <a:pt x="2655" y="4043"/>
                  <a:pt x="2668" y="4040"/>
                </a:cubicBezTo>
                <a:cubicBezTo>
                  <a:pt x="2894" y="4040"/>
                  <a:pt x="3073" y="3862"/>
                  <a:pt x="3073" y="3635"/>
                </a:cubicBezTo>
                <a:cubicBezTo>
                  <a:pt x="3073" y="3576"/>
                  <a:pt x="3073" y="3528"/>
                  <a:pt x="3049" y="3481"/>
                </a:cubicBezTo>
                <a:close/>
                <a:moveTo>
                  <a:pt x="5251" y="7993"/>
                </a:moveTo>
                <a:lnTo>
                  <a:pt x="5251" y="8160"/>
                </a:lnTo>
                <a:lnTo>
                  <a:pt x="4454" y="8160"/>
                </a:lnTo>
                <a:lnTo>
                  <a:pt x="4454" y="7993"/>
                </a:lnTo>
                <a:close/>
                <a:moveTo>
                  <a:pt x="8109" y="7993"/>
                </a:moveTo>
                <a:lnTo>
                  <a:pt x="8109" y="8160"/>
                </a:lnTo>
                <a:lnTo>
                  <a:pt x="7311" y="8160"/>
                </a:lnTo>
                <a:lnTo>
                  <a:pt x="7311" y="7993"/>
                </a:lnTo>
                <a:close/>
                <a:moveTo>
                  <a:pt x="8454" y="8445"/>
                </a:moveTo>
                <a:cubicBezTo>
                  <a:pt x="8526" y="8445"/>
                  <a:pt x="8573" y="8505"/>
                  <a:pt x="8573" y="8565"/>
                </a:cubicBezTo>
                <a:lnTo>
                  <a:pt x="8573" y="8719"/>
                </a:lnTo>
                <a:lnTo>
                  <a:pt x="4001" y="8719"/>
                </a:lnTo>
                <a:cubicBezTo>
                  <a:pt x="3930" y="8719"/>
                  <a:pt x="3870" y="8779"/>
                  <a:pt x="3870" y="8862"/>
                </a:cubicBezTo>
                <a:cubicBezTo>
                  <a:pt x="3870" y="8934"/>
                  <a:pt x="3930" y="8993"/>
                  <a:pt x="4001" y="8993"/>
                </a:cubicBezTo>
                <a:lnTo>
                  <a:pt x="8728" y="8993"/>
                </a:lnTo>
                <a:cubicBezTo>
                  <a:pt x="8799" y="8993"/>
                  <a:pt x="8859" y="9053"/>
                  <a:pt x="8859" y="9124"/>
                </a:cubicBezTo>
                <a:lnTo>
                  <a:pt x="8859" y="9279"/>
                </a:lnTo>
                <a:lnTo>
                  <a:pt x="715" y="9279"/>
                </a:lnTo>
                <a:lnTo>
                  <a:pt x="715" y="9136"/>
                </a:lnTo>
                <a:cubicBezTo>
                  <a:pt x="715" y="9065"/>
                  <a:pt x="775" y="9005"/>
                  <a:pt x="846" y="9005"/>
                </a:cubicBezTo>
                <a:lnTo>
                  <a:pt x="3323" y="9005"/>
                </a:lnTo>
                <a:cubicBezTo>
                  <a:pt x="3394" y="9005"/>
                  <a:pt x="3454" y="8946"/>
                  <a:pt x="3454" y="8874"/>
                </a:cubicBezTo>
                <a:cubicBezTo>
                  <a:pt x="3454" y="8803"/>
                  <a:pt x="3394" y="8743"/>
                  <a:pt x="3323" y="8743"/>
                </a:cubicBezTo>
                <a:lnTo>
                  <a:pt x="1013" y="8743"/>
                </a:lnTo>
                <a:lnTo>
                  <a:pt x="1013" y="8565"/>
                </a:lnTo>
                <a:cubicBezTo>
                  <a:pt x="1013" y="8481"/>
                  <a:pt x="1072" y="8445"/>
                  <a:pt x="1132" y="8445"/>
                </a:cubicBezTo>
                <a:close/>
                <a:moveTo>
                  <a:pt x="4781" y="1"/>
                </a:moveTo>
                <a:cubicBezTo>
                  <a:pt x="4736" y="1"/>
                  <a:pt x="4692" y="10"/>
                  <a:pt x="4656" y="28"/>
                </a:cubicBezTo>
                <a:lnTo>
                  <a:pt x="810" y="2278"/>
                </a:lnTo>
                <a:cubicBezTo>
                  <a:pt x="787" y="2278"/>
                  <a:pt x="775" y="2290"/>
                  <a:pt x="775" y="2314"/>
                </a:cubicBezTo>
                <a:cubicBezTo>
                  <a:pt x="715" y="2349"/>
                  <a:pt x="667" y="2445"/>
                  <a:pt x="667" y="2516"/>
                </a:cubicBezTo>
                <a:lnTo>
                  <a:pt x="667" y="3219"/>
                </a:lnTo>
                <a:cubicBezTo>
                  <a:pt x="667" y="3350"/>
                  <a:pt x="763" y="3457"/>
                  <a:pt x="882" y="3481"/>
                </a:cubicBezTo>
                <a:cubicBezTo>
                  <a:pt x="858" y="3528"/>
                  <a:pt x="846" y="3564"/>
                  <a:pt x="846" y="3600"/>
                </a:cubicBezTo>
                <a:cubicBezTo>
                  <a:pt x="846" y="3719"/>
                  <a:pt x="882" y="3826"/>
                  <a:pt x="965" y="3921"/>
                </a:cubicBezTo>
                <a:cubicBezTo>
                  <a:pt x="1048" y="4004"/>
                  <a:pt x="1168" y="4052"/>
                  <a:pt x="1263" y="4052"/>
                </a:cubicBezTo>
                <a:cubicBezTo>
                  <a:pt x="1310" y="4052"/>
                  <a:pt x="1358" y="4028"/>
                  <a:pt x="1406" y="4016"/>
                </a:cubicBezTo>
                <a:lnTo>
                  <a:pt x="1406" y="7755"/>
                </a:lnTo>
                <a:cubicBezTo>
                  <a:pt x="1322" y="7803"/>
                  <a:pt x="1287" y="7874"/>
                  <a:pt x="1287" y="7957"/>
                </a:cubicBezTo>
                <a:lnTo>
                  <a:pt x="1287" y="8160"/>
                </a:lnTo>
                <a:lnTo>
                  <a:pt x="1120" y="8160"/>
                </a:lnTo>
                <a:cubicBezTo>
                  <a:pt x="894" y="8160"/>
                  <a:pt x="715" y="8338"/>
                  <a:pt x="715" y="8553"/>
                </a:cubicBezTo>
                <a:lnTo>
                  <a:pt x="715" y="8743"/>
                </a:lnTo>
                <a:cubicBezTo>
                  <a:pt x="548" y="8791"/>
                  <a:pt x="417" y="8946"/>
                  <a:pt x="417" y="9136"/>
                </a:cubicBezTo>
                <a:lnTo>
                  <a:pt x="417" y="9291"/>
                </a:lnTo>
                <a:lnTo>
                  <a:pt x="132" y="9291"/>
                </a:lnTo>
                <a:cubicBezTo>
                  <a:pt x="60" y="9291"/>
                  <a:pt x="1" y="9350"/>
                  <a:pt x="1" y="9422"/>
                </a:cubicBezTo>
                <a:cubicBezTo>
                  <a:pt x="1" y="9493"/>
                  <a:pt x="60" y="9553"/>
                  <a:pt x="132" y="9553"/>
                </a:cubicBezTo>
                <a:lnTo>
                  <a:pt x="9442" y="9553"/>
                </a:lnTo>
                <a:cubicBezTo>
                  <a:pt x="9514" y="9553"/>
                  <a:pt x="9573" y="9493"/>
                  <a:pt x="9573" y="9422"/>
                </a:cubicBezTo>
                <a:cubicBezTo>
                  <a:pt x="9573" y="9350"/>
                  <a:pt x="9514" y="9291"/>
                  <a:pt x="9442" y="9291"/>
                </a:cubicBezTo>
                <a:lnTo>
                  <a:pt x="9157" y="9291"/>
                </a:lnTo>
                <a:lnTo>
                  <a:pt x="9157" y="9136"/>
                </a:lnTo>
                <a:cubicBezTo>
                  <a:pt x="9157" y="8957"/>
                  <a:pt x="9038" y="8803"/>
                  <a:pt x="8859" y="8743"/>
                </a:cubicBezTo>
                <a:lnTo>
                  <a:pt x="8859" y="8565"/>
                </a:lnTo>
                <a:cubicBezTo>
                  <a:pt x="8859" y="8338"/>
                  <a:pt x="8680" y="8160"/>
                  <a:pt x="8454" y="8160"/>
                </a:cubicBezTo>
                <a:lnTo>
                  <a:pt x="8395" y="8160"/>
                </a:lnTo>
                <a:lnTo>
                  <a:pt x="8395" y="7969"/>
                </a:lnTo>
                <a:cubicBezTo>
                  <a:pt x="8395" y="7874"/>
                  <a:pt x="8347" y="7803"/>
                  <a:pt x="8276" y="7755"/>
                </a:cubicBezTo>
                <a:lnTo>
                  <a:pt x="8276" y="4016"/>
                </a:lnTo>
                <a:cubicBezTo>
                  <a:pt x="8310" y="4034"/>
                  <a:pt x="8345" y="4045"/>
                  <a:pt x="8375" y="4045"/>
                </a:cubicBezTo>
                <a:cubicBezTo>
                  <a:pt x="8387" y="4045"/>
                  <a:pt x="8397" y="4043"/>
                  <a:pt x="8407" y="4040"/>
                </a:cubicBezTo>
                <a:cubicBezTo>
                  <a:pt x="8633" y="4040"/>
                  <a:pt x="8811" y="3862"/>
                  <a:pt x="8811" y="3635"/>
                </a:cubicBezTo>
                <a:cubicBezTo>
                  <a:pt x="8811" y="3564"/>
                  <a:pt x="8799" y="3504"/>
                  <a:pt x="8764" y="3421"/>
                </a:cubicBezTo>
                <a:cubicBezTo>
                  <a:pt x="8835" y="3385"/>
                  <a:pt x="8883" y="3290"/>
                  <a:pt x="8883" y="3207"/>
                </a:cubicBezTo>
                <a:lnTo>
                  <a:pt x="8883" y="2504"/>
                </a:lnTo>
                <a:cubicBezTo>
                  <a:pt x="8883" y="2397"/>
                  <a:pt x="8823" y="2314"/>
                  <a:pt x="8740" y="2266"/>
                </a:cubicBezTo>
                <a:lnTo>
                  <a:pt x="4906" y="28"/>
                </a:lnTo>
                <a:cubicBezTo>
                  <a:pt x="4870" y="10"/>
                  <a:pt x="4826" y="1"/>
                  <a:pt x="4781" y="1"/>
                </a:cubicBezTo>
                <a:close/>
              </a:path>
            </a:pathLst>
          </a:custGeom>
          <a:solidFill>
            <a:srgbClr val="00B05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796;g35c258be8e5_0_199">
            <a:extLst>
              <a:ext uri="{FF2B5EF4-FFF2-40B4-BE49-F238E27FC236}">
                <a16:creationId xmlns:a16="http://schemas.microsoft.com/office/drawing/2014/main" id="{A34A9F02-BE4A-A93D-10AB-EF89C2B21E7B}"/>
              </a:ext>
            </a:extLst>
          </p:cNvPr>
          <p:cNvSpPr txBox="1">
            <a:spLocks/>
          </p:cNvSpPr>
          <p:nvPr/>
        </p:nvSpPr>
        <p:spPr>
          <a:xfrm>
            <a:off x="603764" y="206607"/>
            <a:ext cx="7198323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0" i="0" kern="1200">
                <a:solidFill>
                  <a:schemeClr val="tx1"/>
                </a:solidFill>
                <a:latin typeface="Lato Black" panose="020F0502020204030203" pitchFamily="34" charset="77"/>
                <a:ea typeface="+mj-ea"/>
                <a:cs typeface="Prompt" pitchFamily="2" charset="-34"/>
              </a:defRPr>
            </a:lvl1pPr>
          </a:lstStyle>
          <a:p>
            <a:pPr>
              <a:spcBef>
                <a:spcPts val="0"/>
              </a:spcBef>
              <a:buClr>
                <a:schemeClr val="dk1"/>
              </a:buClr>
              <a:buSzPts val="4000"/>
              <a:buFont typeface="Lato"/>
              <a:buNone/>
            </a:pPr>
            <a:r>
              <a:rPr lang="en-US" sz="4000" b="1" dirty="0">
                <a:latin typeface="Lato"/>
                <a:ea typeface="Lato"/>
                <a:cs typeface="Lato"/>
                <a:sym typeface="Lato"/>
              </a:rPr>
              <a:t>AI Adoption</a:t>
            </a:r>
            <a:br>
              <a:rPr lang="en-US" sz="4000" b="1" dirty="0">
                <a:latin typeface="Lato"/>
                <a:ea typeface="Lato"/>
                <a:cs typeface="Lato"/>
                <a:sym typeface="Lato"/>
              </a:rPr>
            </a:br>
            <a:endParaRPr lang="en-US" sz="4000" b="1" dirty="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03E6C0-D30A-A365-C05A-7B8F84C4935C}"/>
              </a:ext>
            </a:extLst>
          </p:cNvPr>
          <p:cNvSpPr txBox="1"/>
          <p:nvPr/>
        </p:nvSpPr>
        <p:spPr>
          <a:xfrm>
            <a:off x="1572730" y="2512881"/>
            <a:ext cx="424667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50–60% of organizations adopting AI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~25% achieving scaled impact </a:t>
            </a:r>
          </a:p>
          <a:p>
            <a:r>
              <a:rPr lang="en-US" i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-  McKinsey &amp; Company</a:t>
            </a:r>
            <a:endParaRPr lang="en-US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604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1C5B86-A805-6CB1-3363-EAADB0B3F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F7AE2F-6466-BF64-078F-24EC15E918AD}"/>
              </a:ext>
            </a:extLst>
          </p:cNvPr>
          <p:cNvSpPr txBox="1"/>
          <p:nvPr/>
        </p:nvSpPr>
        <p:spPr>
          <a:xfrm>
            <a:off x="11439868" y="113806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4" name="Google Shape;796;g35c258be8e5_0_199">
            <a:extLst>
              <a:ext uri="{FF2B5EF4-FFF2-40B4-BE49-F238E27FC236}">
                <a16:creationId xmlns:a16="http://schemas.microsoft.com/office/drawing/2014/main" id="{DFDDE935-EA22-48AD-E33A-5CBA1A69475A}"/>
              </a:ext>
            </a:extLst>
          </p:cNvPr>
          <p:cNvSpPr txBox="1">
            <a:spLocks/>
          </p:cNvSpPr>
          <p:nvPr/>
        </p:nvSpPr>
        <p:spPr>
          <a:xfrm>
            <a:off x="603764" y="206607"/>
            <a:ext cx="7198323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0" i="0" kern="1200">
                <a:solidFill>
                  <a:schemeClr val="tx1"/>
                </a:solidFill>
                <a:latin typeface="Lato Black" panose="020F0502020204030203" pitchFamily="34" charset="77"/>
                <a:ea typeface="+mj-ea"/>
                <a:cs typeface="Prompt" pitchFamily="2" charset="-34"/>
              </a:defRPr>
            </a:lvl1pPr>
          </a:lstStyle>
          <a:p>
            <a:pPr>
              <a:spcBef>
                <a:spcPts val="0"/>
              </a:spcBef>
              <a:buClr>
                <a:schemeClr val="dk1"/>
              </a:buClr>
              <a:buSzPts val="4000"/>
              <a:buFont typeface="Lato"/>
              <a:buNone/>
            </a:pPr>
            <a:r>
              <a:rPr lang="en-US" sz="4000" b="1" dirty="0">
                <a:latin typeface="Lato"/>
                <a:ea typeface="Lato"/>
                <a:cs typeface="Lato"/>
                <a:sym typeface="Lato"/>
              </a:rPr>
              <a:t>Challenges</a:t>
            </a:r>
            <a:br>
              <a:rPr lang="en-US" sz="4000" b="1" dirty="0">
                <a:latin typeface="Lato"/>
                <a:ea typeface="Lato"/>
                <a:cs typeface="Lato"/>
                <a:sym typeface="Lato"/>
              </a:rPr>
            </a:br>
            <a:endParaRPr lang="en-US" sz="4000" b="1" dirty="0"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88ED7B3-EA56-90B2-AC79-9A0E40650A7C}"/>
              </a:ext>
            </a:extLst>
          </p:cNvPr>
          <p:cNvGrpSpPr/>
          <p:nvPr/>
        </p:nvGrpSpPr>
        <p:grpSpPr>
          <a:xfrm>
            <a:off x="1843078" y="4302445"/>
            <a:ext cx="2291411" cy="387785"/>
            <a:chOff x="265109" y="3758361"/>
            <a:chExt cx="2291411" cy="387785"/>
          </a:xfrm>
        </p:grpSpPr>
        <p:grpSp>
          <p:nvGrpSpPr>
            <p:cNvPr id="37" name="Google Shape;14139;p90">
              <a:extLst>
                <a:ext uri="{FF2B5EF4-FFF2-40B4-BE49-F238E27FC236}">
                  <a16:creationId xmlns:a16="http://schemas.microsoft.com/office/drawing/2014/main" id="{478FC792-5E26-396C-56C9-FE955565842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65109" y="3779736"/>
              <a:ext cx="599844" cy="366410"/>
              <a:chOff x="7009649" y="1541981"/>
              <a:chExt cx="524940" cy="320655"/>
            </a:xfrm>
          </p:grpSpPr>
          <p:sp>
            <p:nvSpPr>
              <p:cNvPr id="38" name="Google Shape;14140;p90">
                <a:extLst>
                  <a:ext uri="{FF2B5EF4-FFF2-40B4-BE49-F238E27FC236}">
                    <a16:creationId xmlns:a16="http://schemas.microsoft.com/office/drawing/2014/main" id="{B4E0B05D-0764-3480-B7E1-28AA6E0BCD07}"/>
                  </a:ext>
                </a:extLst>
              </p:cNvPr>
              <p:cNvSpPr/>
              <p:nvPr/>
            </p:nvSpPr>
            <p:spPr>
              <a:xfrm>
                <a:off x="7009649" y="1541981"/>
                <a:ext cx="524940" cy="320655"/>
              </a:xfrm>
              <a:custGeom>
                <a:avLst/>
                <a:gdLst/>
                <a:ahLst/>
                <a:cxnLst/>
                <a:rect l="l" t="t" r="r" b="b"/>
                <a:pathLst>
                  <a:path w="16492" h="10074" extrusionOk="0">
                    <a:moveTo>
                      <a:pt x="13979" y="1227"/>
                    </a:moveTo>
                    <a:lnTo>
                      <a:pt x="13979" y="6764"/>
                    </a:lnTo>
                    <a:lnTo>
                      <a:pt x="11348" y="6764"/>
                    </a:lnTo>
                    <a:cubicBezTo>
                      <a:pt x="11205" y="6764"/>
                      <a:pt x="11109" y="6871"/>
                      <a:pt x="11109" y="7002"/>
                    </a:cubicBezTo>
                    <a:cubicBezTo>
                      <a:pt x="11109" y="7145"/>
                      <a:pt x="11205" y="7240"/>
                      <a:pt x="11348" y="7240"/>
                    </a:cubicBezTo>
                    <a:lnTo>
                      <a:pt x="13979" y="7240"/>
                    </a:lnTo>
                    <a:lnTo>
                      <a:pt x="13979" y="7514"/>
                    </a:lnTo>
                    <a:lnTo>
                      <a:pt x="2537" y="7514"/>
                    </a:lnTo>
                    <a:lnTo>
                      <a:pt x="2537" y="7240"/>
                    </a:lnTo>
                    <a:lnTo>
                      <a:pt x="10336" y="7240"/>
                    </a:lnTo>
                    <a:cubicBezTo>
                      <a:pt x="10466" y="7240"/>
                      <a:pt x="10574" y="7145"/>
                      <a:pt x="10574" y="7002"/>
                    </a:cubicBezTo>
                    <a:cubicBezTo>
                      <a:pt x="10574" y="6871"/>
                      <a:pt x="10466" y="6764"/>
                      <a:pt x="10336" y="6764"/>
                    </a:cubicBezTo>
                    <a:lnTo>
                      <a:pt x="7014" y="6764"/>
                    </a:lnTo>
                    <a:lnTo>
                      <a:pt x="7014" y="1227"/>
                    </a:lnTo>
                    <a:close/>
                    <a:moveTo>
                      <a:pt x="14169" y="7990"/>
                    </a:moveTo>
                    <a:lnTo>
                      <a:pt x="14943" y="8287"/>
                    </a:lnTo>
                    <a:lnTo>
                      <a:pt x="1537" y="8287"/>
                    </a:lnTo>
                    <a:lnTo>
                      <a:pt x="2323" y="7990"/>
                    </a:lnTo>
                    <a:close/>
                    <a:moveTo>
                      <a:pt x="10240" y="8776"/>
                    </a:moveTo>
                    <a:lnTo>
                      <a:pt x="10014" y="9002"/>
                    </a:lnTo>
                    <a:lnTo>
                      <a:pt x="6526" y="9002"/>
                    </a:lnTo>
                    <a:lnTo>
                      <a:pt x="6299" y="8776"/>
                    </a:lnTo>
                    <a:close/>
                    <a:moveTo>
                      <a:pt x="16003" y="8776"/>
                    </a:moveTo>
                    <a:lnTo>
                      <a:pt x="16003" y="8823"/>
                    </a:lnTo>
                    <a:lnTo>
                      <a:pt x="16015" y="8823"/>
                    </a:lnTo>
                    <a:cubicBezTo>
                      <a:pt x="16015" y="9252"/>
                      <a:pt x="15658" y="9609"/>
                      <a:pt x="15229" y="9609"/>
                    </a:cubicBezTo>
                    <a:lnTo>
                      <a:pt x="1287" y="9609"/>
                    </a:lnTo>
                    <a:cubicBezTo>
                      <a:pt x="846" y="9609"/>
                      <a:pt x="489" y="9252"/>
                      <a:pt x="489" y="8823"/>
                    </a:cubicBezTo>
                    <a:lnTo>
                      <a:pt x="489" y="8776"/>
                    </a:lnTo>
                    <a:lnTo>
                      <a:pt x="5633" y="8776"/>
                    </a:lnTo>
                    <a:lnTo>
                      <a:pt x="6252" y="9407"/>
                    </a:lnTo>
                    <a:cubicBezTo>
                      <a:pt x="6299" y="9454"/>
                      <a:pt x="6359" y="9478"/>
                      <a:pt x="6418" y="9478"/>
                    </a:cubicBezTo>
                    <a:lnTo>
                      <a:pt x="10121" y="9478"/>
                    </a:lnTo>
                    <a:cubicBezTo>
                      <a:pt x="10181" y="9478"/>
                      <a:pt x="10240" y="9454"/>
                      <a:pt x="10288" y="9407"/>
                    </a:cubicBezTo>
                    <a:lnTo>
                      <a:pt x="10907" y="8776"/>
                    </a:lnTo>
                    <a:close/>
                    <a:moveTo>
                      <a:pt x="2811" y="1"/>
                    </a:moveTo>
                    <a:cubicBezTo>
                      <a:pt x="2382" y="1"/>
                      <a:pt x="2037" y="346"/>
                      <a:pt x="2037" y="775"/>
                    </a:cubicBezTo>
                    <a:lnTo>
                      <a:pt x="2037" y="3799"/>
                    </a:lnTo>
                    <a:cubicBezTo>
                      <a:pt x="2037" y="3930"/>
                      <a:pt x="2144" y="4037"/>
                      <a:pt x="2275" y="4037"/>
                    </a:cubicBezTo>
                    <a:cubicBezTo>
                      <a:pt x="2418" y="4037"/>
                      <a:pt x="2513" y="3930"/>
                      <a:pt x="2513" y="3799"/>
                    </a:cubicBezTo>
                    <a:lnTo>
                      <a:pt x="2513" y="1215"/>
                    </a:lnTo>
                    <a:lnTo>
                      <a:pt x="6526" y="1215"/>
                    </a:lnTo>
                    <a:lnTo>
                      <a:pt x="6526" y="6752"/>
                    </a:lnTo>
                    <a:lnTo>
                      <a:pt x="2513" y="6752"/>
                    </a:lnTo>
                    <a:lnTo>
                      <a:pt x="2513" y="4763"/>
                    </a:lnTo>
                    <a:cubicBezTo>
                      <a:pt x="2513" y="4632"/>
                      <a:pt x="2418" y="4525"/>
                      <a:pt x="2275" y="4525"/>
                    </a:cubicBezTo>
                    <a:cubicBezTo>
                      <a:pt x="2144" y="4525"/>
                      <a:pt x="2037" y="4632"/>
                      <a:pt x="2037" y="4763"/>
                    </a:cubicBezTo>
                    <a:lnTo>
                      <a:pt x="2037" y="7573"/>
                    </a:lnTo>
                    <a:lnTo>
                      <a:pt x="156" y="8299"/>
                    </a:lnTo>
                    <a:cubicBezTo>
                      <a:pt x="60" y="8335"/>
                      <a:pt x="1" y="8430"/>
                      <a:pt x="1" y="8526"/>
                    </a:cubicBezTo>
                    <a:lnTo>
                      <a:pt x="1" y="8811"/>
                    </a:lnTo>
                    <a:cubicBezTo>
                      <a:pt x="1" y="9502"/>
                      <a:pt x="572" y="10073"/>
                      <a:pt x="1263" y="10073"/>
                    </a:cubicBezTo>
                    <a:lnTo>
                      <a:pt x="15217" y="10073"/>
                    </a:lnTo>
                    <a:cubicBezTo>
                      <a:pt x="15908" y="10073"/>
                      <a:pt x="16479" y="9502"/>
                      <a:pt x="16479" y="8811"/>
                    </a:cubicBezTo>
                    <a:lnTo>
                      <a:pt x="16479" y="8526"/>
                    </a:lnTo>
                    <a:cubicBezTo>
                      <a:pt x="16491" y="8430"/>
                      <a:pt x="16432" y="8347"/>
                      <a:pt x="16348" y="8323"/>
                    </a:cubicBezTo>
                    <a:lnTo>
                      <a:pt x="14467" y="7585"/>
                    </a:lnTo>
                    <a:lnTo>
                      <a:pt x="14467" y="775"/>
                    </a:lnTo>
                    <a:cubicBezTo>
                      <a:pt x="14467" y="346"/>
                      <a:pt x="14122" y="1"/>
                      <a:pt x="13693" y="1"/>
                    </a:cubicBezTo>
                    <a:lnTo>
                      <a:pt x="11550" y="1"/>
                    </a:lnTo>
                    <a:cubicBezTo>
                      <a:pt x="11419" y="1"/>
                      <a:pt x="11312" y="108"/>
                      <a:pt x="11312" y="239"/>
                    </a:cubicBezTo>
                    <a:cubicBezTo>
                      <a:pt x="11312" y="370"/>
                      <a:pt x="11419" y="477"/>
                      <a:pt x="11550" y="477"/>
                    </a:cubicBezTo>
                    <a:lnTo>
                      <a:pt x="13693" y="477"/>
                    </a:lnTo>
                    <a:cubicBezTo>
                      <a:pt x="13848" y="477"/>
                      <a:pt x="13967" y="596"/>
                      <a:pt x="13979" y="739"/>
                    </a:cubicBezTo>
                    <a:lnTo>
                      <a:pt x="2537" y="739"/>
                    </a:lnTo>
                    <a:cubicBezTo>
                      <a:pt x="2549" y="596"/>
                      <a:pt x="2668" y="477"/>
                      <a:pt x="2811" y="477"/>
                    </a:cubicBezTo>
                    <a:lnTo>
                      <a:pt x="10586" y="477"/>
                    </a:lnTo>
                    <a:cubicBezTo>
                      <a:pt x="10717" y="477"/>
                      <a:pt x="10824" y="370"/>
                      <a:pt x="10824" y="239"/>
                    </a:cubicBezTo>
                    <a:cubicBezTo>
                      <a:pt x="10824" y="108"/>
                      <a:pt x="10717" y="1"/>
                      <a:pt x="10586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Google Shape;14141;p90">
                <a:extLst>
                  <a:ext uri="{FF2B5EF4-FFF2-40B4-BE49-F238E27FC236}">
                    <a16:creationId xmlns:a16="http://schemas.microsoft.com/office/drawing/2014/main" id="{193E2316-ADDC-A5D3-2DDA-411971A2A218}"/>
                  </a:ext>
                </a:extLst>
              </p:cNvPr>
              <p:cNvSpPr/>
              <p:nvPr/>
            </p:nvSpPr>
            <p:spPr>
              <a:xfrm>
                <a:off x="7110104" y="1604909"/>
                <a:ext cx="61782" cy="41697"/>
              </a:xfrm>
              <a:custGeom>
                <a:avLst/>
                <a:gdLst/>
                <a:ahLst/>
                <a:cxnLst/>
                <a:rect l="l" t="t" r="r" b="b"/>
                <a:pathLst>
                  <a:path w="1941" h="1310" extrusionOk="0">
                    <a:moveTo>
                      <a:pt x="1441" y="488"/>
                    </a:moveTo>
                    <a:lnTo>
                      <a:pt x="1441" y="834"/>
                    </a:lnTo>
                    <a:lnTo>
                      <a:pt x="488" y="834"/>
                    </a:lnTo>
                    <a:lnTo>
                      <a:pt x="488" y="488"/>
                    </a:lnTo>
                    <a:close/>
                    <a:moveTo>
                      <a:pt x="238" y="0"/>
                    </a:moveTo>
                    <a:cubicBezTo>
                      <a:pt x="107" y="0"/>
                      <a:pt x="0" y="107"/>
                      <a:pt x="0" y="238"/>
                    </a:cubicBezTo>
                    <a:lnTo>
                      <a:pt x="0" y="1072"/>
                    </a:lnTo>
                    <a:cubicBezTo>
                      <a:pt x="0" y="1203"/>
                      <a:pt x="107" y="1310"/>
                      <a:pt x="238" y="1310"/>
                    </a:cubicBezTo>
                    <a:lnTo>
                      <a:pt x="1679" y="1310"/>
                    </a:lnTo>
                    <a:cubicBezTo>
                      <a:pt x="1822" y="1310"/>
                      <a:pt x="1917" y="1203"/>
                      <a:pt x="1917" y="1072"/>
                    </a:cubicBezTo>
                    <a:lnTo>
                      <a:pt x="1917" y="238"/>
                    </a:lnTo>
                    <a:cubicBezTo>
                      <a:pt x="1941" y="119"/>
                      <a:pt x="1822" y="0"/>
                      <a:pt x="1679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Google Shape;14142;p90">
                <a:extLst>
                  <a:ext uri="{FF2B5EF4-FFF2-40B4-BE49-F238E27FC236}">
                    <a16:creationId xmlns:a16="http://schemas.microsoft.com/office/drawing/2014/main" id="{053A40BB-AA33-8288-D359-E5535C13C5D9}"/>
                  </a:ext>
                </a:extLst>
              </p:cNvPr>
              <p:cNvSpPr/>
              <p:nvPr/>
            </p:nvSpPr>
            <p:spPr>
              <a:xfrm>
                <a:off x="7110455" y="1655296"/>
                <a:ext cx="96700" cy="15183"/>
              </a:xfrm>
              <a:custGeom>
                <a:avLst/>
                <a:gdLst/>
                <a:ahLst/>
                <a:cxnLst/>
                <a:rect l="l" t="t" r="r" b="b"/>
                <a:pathLst>
                  <a:path w="3038" h="477" extrusionOk="0">
                    <a:moveTo>
                      <a:pt x="239" y="1"/>
                    </a:moveTo>
                    <a:cubicBezTo>
                      <a:pt x="108" y="1"/>
                      <a:pt x="1" y="96"/>
                      <a:pt x="1" y="239"/>
                    </a:cubicBezTo>
                    <a:cubicBezTo>
                      <a:pt x="1" y="370"/>
                      <a:pt x="108" y="477"/>
                      <a:pt x="239" y="477"/>
                    </a:cubicBezTo>
                    <a:lnTo>
                      <a:pt x="2799" y="477"/>
                    </a:lnTo>
                    <a:cubicBezTo>
                      <a:pt x="2942" y="477"/>
                      <a:pt x="3037" y="370"/>
                      <a:pt x="3037" y="239"/>
                    </a:cubicBezTo>
                    <a:cubicBezTo>
                      <a:pt x="3037" y="96"/>
                      <a:pt x="2942" y="1"/>
                      <a:pt x="2799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14143;p90">
                <a:extLst>
                  <a:ext uri="{FF2B5EF4-FFF2-40B4-BE49-F238E27FC236}">
                    <a16:creationId xmlns:a16="http://schemas.microsoft.com/office/drawing/2014/main" id="{47956E58-AE17-44E2-EF8C-12C2752C454D}"/>
                  </a:ext>
                </a:extLst>
              </p:cNvPr>
              <p:cNvSpPr/>
              <p:nvPr/>
            </p:nvSpPr>
            <p:spPr>
              <a:xfrm>
                <a:off x="7146104" y="1676909"/>
                <a:ext cx="61050" cy="41729"/>
              </a:xfrm>
              <a:custGeom>
                <a:avLst/>
                <a:gdLst/>
                <a:ahLst/>
                <a:cxnLst/>
                <a:rect l="l" t="t" r="r" b="b"/>
                <a:pathLst>
                  <a:path w="1918" h="1311" extrusionOk="0">
                    <a:moveTo>
                      <a:pt x="1441" y="489"/>
                    </a:moveTo>
                    <a:lnTo>
                      <a:pt x="1441" y="834"/>
                    </a:lnTo>
                    <a:lnTo>
                      <a:pt x="488" y="834"/>
                    </a:lnTo>
                    <a:lnTo>
                      <a:pt x="488" y="489"/>
                    </a:lnTo>
                    <a:close/>
                    <a:moveTo>
                      <a:pt x="238" y="0"/>
                    </a:moveTo>
                    <a:cubicBezTo>
                      <a:pt x="107" y="0"/>
                      <a:pt x="0" y="108"/>
                      <a:pt x="0" y="239"/>
                    </a:cubicBezTo>
                    <a:lnTo>
                      <a:pt x="0" y="1072"/>
                    </a:lnTo>
                    <a:cubicBezTo>
                      <a:pt x="0" y="1203"/>
                      <a:pt x="107" y="1310"/>
                      <a:pt x="238" y="1310"/>
                    </a:cubicBezTo>
                    <a:lnTo>
                      <a:pt x="1679" y="1310"/>
                    </a:lnTo>
                    <a:cubicBezTo>
                      <a:pt x="1822" y="1310"/>
                      <a:pt x="1917" y="1203"/>
                      <a:pt x="1917" y="1072"/>
                    </a:cubicBezTo>
                    <a:lnTo>
                      <a:pt x="1917" y="239"/>
                    </a:lnTo>
                    <a:cubicBezTo>
                      <a:pt x="1917" y="108"/>
                      <a:pt x="1822" y="0"/>
                      <a:pt x="1679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Google Shape;14144;p90">
                <a:extLst>
                  <a:ext uri="{FF2B5EF4-FFF2-40B4-BE49-F238E27FC236}">
                    <a16:creationId xmlns:a16="http://schemas.microsoft.com/office/drawing/2014/main" id="{2C098604-0F49-6341-7907-4D75DE70E282}"/>
                  </a:ext>
                </a:extLst>
              </p:cNvPr>
              <p:cNvSpPr/>
              <p:nvPr/>
            </p:nvSpPr>
            <p:spPr>
              <a:xfrm>
                <a:off x="7110455" y="1726563"/>
                <a:ext cx="96700" cy="15183"/>
              </a:xfrm>
              <a:custGeom>
                <a:avLst/>
                <a:gdLst/>
                <a:ahLst/>
                <a:cxnLst/>
                <a:rect l="l" t="t" r="r" b="b"/>
                <a:pathLst>
                  <a:path w="3038" h="477" extrusionOk="0">
                    <a:moveTo>
                      <a:pt x="239" y="0"/>
                    </a:moveTo>
                    <a:cubicBezTo>
                      <a:pt x="108" y="0"/>
                      <a:pt x="1" y="107"/>
                      <a:pt x="1" y="238"/>
                    </a:cubicBezTo>
                    <a:cubicBezTo>
                      <a:pt x="1" y="381"/>
                      <a:pt x="108" y="476"/>
                      <a:pt x="239" y="476"/>
                    </a:cubicBezTo>
                    <a:lnTo>
                      <a:pt x="2799" y="476"/>
                    </a:lnTo>
                    <a:cubicBezTo>
                      <a:pt x="2942" y="476"/>
                      <a:pt x="3037" y="381"/>
                      <a:pt x="3037" y="238"/>
                    </a:cubicBezTo>
                    <a:cubicBezTo>
                      <a:pt x="3037" y="107"/>
                      <a:pt x="2942" y="0"/>
                      <a:pt x="2799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14145;p90">
                <a:extLst>
                  <a:ext uri="{FF2B5EF4-FFF2-40B4-BE49-F238E27FC236}">
                    <a16:creationId xmlns:a16="http://schemas.microsoft.com/office/drawing/2014/main" id="{499EEBE6-015E-B3CC-2EB8-73F4A3CE3DDD}"/>
                  </a:ext>
                </a:extLst>
              </p:cNvPr>
              <p:cNvSpPr/>
              <p:nvPr/>
            </p:nvSpPr>
            <p:spPr>
              <a:xfrm>
                <a:off x="7262825" y="1636739"/>
                <a:ext cx="48541" cy="80371"/>
              </a:xfrm>
              <a:custGeom>
                <a:avLst/>
                <a:gdLst/>
                <a:ahLst/>
                <a:cxnLst/>
                <a:rect l="l" t="t" r="r" b="b"/>
                <a:pathLst>
                  <a:path w="1525" h="2525" extrusionOk="0">
                    <a:moveTo>
                      <a:pt x="1268" y="0"/>
                    </a:moveTo>
                    <a:cubicBezTo>
                      <a:pt x="1206" y="0"/>
                      <a:pt x="1143" y="24"/>
                      <a:pt x="1096" y="72"/>
                    </a:cubicBezTo>
                    <a:lnTo>
                      <a:pt x="72" y="1096"/>
                    </a:lnTo>
                    <a:cubicBezTo>
                      <a:pt x="24" y="1143"/>
                      <a:pt x="0" y="1203"/>
                      <a:pt x="0" y="1262"/>
                    </a:cubicBezTo>
                    <a:cubicBezTo>
                      <a:pt x="0" y="1322"/>
                      <a:pt x="24" y="1381"/>
                      <a:pt x="72" y="1429"/>
                    </a:cubicBezTo>
                    <a:lnTo>
                      <a:pt x="1096" y="2453"/>
                    </a:lnTo>
                    <a:cubicBezTo>
                      <a:pt x="1143" y="2501"/>
                      <a:pt x="1203" y="2524"/>
                      <a:pt x="1262" y="2524"/>
                    </a:cubicBezTo>
                    <a:cubicBezTo>
                      <a:pt x="1322" y="2524"/>
                      <a:pt x="1381" y="2501"/>
                      <a:pt x="1429" y="2453"/>
                    </a:cubicBezTo>
                    <a:cubicBezTo>
                      <a:pt x="1524" y="2370"/>
                      <a:pt x="1524" y="2215"/>
                      <a:pt x="1441" y="2108"/>
                    </a:cubicBezTo>
                    <a:lnTo>
                      <a:pt x="596" y="1262"/>
                    </a:lnTo>
                    <a:lnTo>
                      <a:pt x="1441" y="417"/>
                    </a:lnTo>
                    <a:cubicBezTo>
                      <a:pt x="1524" y="322"/>
                      <a:pt x="1524" y="167"/>
                      <a:pt x="1441" y="72"/>
                    </a:cubicBezTo>
                    <a:cubicBezTo>
                      <a:pt x="1393" y="24"/>
                      <a:pt x="1331" y="0"/>
                      <a:pt x="1268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14146;p90">
                <a:extLst>
                  <a:ext uri="{FF2B5EF4-FFF2-40B4-BE49-F238E27FC236}">
                    <a16:creationId xmlns:a16="http://schemas.microsoft.com/office/drawing/2014/main" id="{195284F3-4D83-5400-3045-97754D5F0AFD}"/>
                  </a:ext>
                </a:extLst>
              </p:cNvPr>
              <p:cNvSpPr/>
              <p:nvPr/>
            </p:nvSpPr>
            <p:spPr>
              <a:xfrm>
                <a:off x="7380691" y="1636357"/>
                <a:ext cx="48891" cy="80371"/>
              </a:xfrm>
              <a:custGeom>
                <a:avLst/>
                <a:gdLst/>
                <a:ahLst/>
                <a:cxnLst/>
                <a:rect l="l" t="t" r="r" b="b"/>
                <a:pathLst>
                  <a:path w="1536" h="2525" extrusionOk="0">
                    <a:moveTo>
                      <a:pt x="261" y="0"/>
                    </a:moveTo>
                    <a:cubicBezTo>
                      <a:pt x="197" y="0"/>
                      <a:pt x="131" y="24"/>
                      <a:pt x="83" y="72"/>
                    </a:cubicBezTo>
                    <a:cubicBezTo>
                      <a:pt x="0" y="155"/>
                      <a:pt x="0" y="322"/>
                      <a:pt x="83" y="417"/>
                    </a:cubicBezTo>
                    <a:lnTo>
                      <a:pt x="941" y="1262"/>
                    </a:lnTo>
                    <a:lnTo>
                      <a:pt x="83" y="2108"/>
                    </a:lnTo>
                    <a:cubicBezTo>
                      <a:pt x="0" y="2203"/>
                      <a:pt x="0" y="2358"/>
                      <a:pt x="83" y="2453"/>
                    </a:cubicBezTo>
                    <a:cubicBezTo>
                      <a:pt x="131" y="2501"/>
                      <a:pt x="191" y="2525"/>
                      <a:pt x="250" y="2525"/>
                    </a:cubicBezTo>
                    <a:cubicBezTo>
                      <a:pt x="310" y="2525"/>
                      <a:pt x="369" y="2501"/>
                      <a:pt x="417" y="2453"/>
                    </a:cubicBezTo>
                    <a:lnTo>
                      <a:pt x="1441" y="1429"/>
                    </a:lnTo>
                    <a:cubicBezTo>
                      <a:pt x="1488" y="1382"/>
                      <a:pt x="1512" y="1322"/>
                      <a:pt x="1512" y="1262"/>
                    </a:cubicBezTo>
                    <a:cubicBezTo>
                      <a:pt x="1536" y="1203"/>
                      <a:pt x="1500" y="1143"/>
                      <a:pt x="1453" y="1096"/>
                    </a:cubicBezTo>
                    <a:lnTo>
                      <a:pt x="429" y="72"/>
                    </a:lnTo>
                    <a:cubicBezTo>
                      <a:pt x="387" y="24"/>
                      <a:pt x="325" y="0"/>
                      <a:pt x="261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Google Shape;14147;p90">
                <a:extLst>
                  <a:ext uri="{FF2B5EF4-FFF2-40B4-BE49-F238E27FC236}">
                    <a16:creationId xmlns:a16="http://schemas.microsoft.com/office/drawing/2014/main" id="{4FAA8783-AFA6-52D2-40BA-92A7BD198D79}"/>
                  </a:ext>
                </a:extLst>
              </p:cNvPr>
              <p:cNvSpPr/>
              <p:nvPr/>
            </p:nvSpPr>
            <p:spPr>
              <a:xfrm>
                <a:off x="7321933" y="1626744"/>
                <a:ext cx="48923" cy="99851"/>
              </a:xfrm>
              <a:custGeom>
                <a:avLst/>
                <a:gdLst/>
                <a:ahLst/>
                <a:cxnLst/>
                <a:rect l="l" t="t" r="r" b="b"/>
                <a:pathLst>
                  <a:path w="1537" h="3137" extrusionOk="0">
                    <a:moveTo>
                      <a:pt x="1249" y="0"/>
                    </a:moveTo>
                    <a:cubicBezTo>
                      <a:pt x="1154" y="0"/>
                      <a:pt x="1061" y="59"/>
                      <a:pt x="1025" y="160"/>
                    </a:cubicBezTo>
                    <a:lnTo>
                      <a:pt x="48" y="2815"/>
                    </a:lnTo>
                    <a:cubicBezTo>
                      <a:pt x="1" y="2934"/>
                      <a:pt x="60" y="3077"/>
                      <a:pt x="191" y="3124"/>
                    </a:cubicBezTo>
                    <a:cubicBezTo>
                      <a:pt x="227" y="3136"/>
                      <a:pt x="251" y="3136"/>
                      <a:pt x="286" y="3136"/>
                    </a:cubicBezTo>
                    <a:cubicBezTo>
                      <a:pt x="382" y="3136"/>
                      <a:pt x="477" y="3077"/>
                      <a:pt x="501" y="2981"/>
                    </a:cubicBezTo>
                    <a:lnTo>
                      <a:pt x="1489" y="326"/>
                    </a:lnTo>
                    <a:cubicBezTo>
                      <a:pt x="1537" y="207"/>
                      <a:pt x="1477" y="64"/>
                      <a:pt x="1334" y="17"/>
                    </a:cubicBezTo>
                    <a:cubicBezTo>
                      <a:pt x="1307" y="6"/>
                      <a:pt x="1278" y="0"/>
                      <a:pt x="1249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216C3BAE-4B86-000E-D228-AC101869FFAD}"/>
                </a:ext>
              </a:extLst>
            </p:cNvPr>
            <p:cNvSpPr txBox="1"/>
            <p:nvPr/>
          </p:nvSpPr>
          <p:spPr>
            <a:xfrm>
              <a:off x="876252" y="3758361"/>
              <a:ext cx="16802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fontAlgn="base"/>
              <a:r>
                <a:rPr lang="en-US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Learning Paths</a:t>
              </a: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D2D1DAB-0310-250C-15BC-C4CEC2C60BC1}"/>
              </a:ext>
            </a:extLst>
          </p:cNvPr>
          <p:cNvGrpSpPr/>
          <p:nvPr/>
        </p:nvGrpSpPr>
        <p:grpSpPr>
          <a:xfrm>
            <a:off x="117467" y="3429155"/>
            <a:ext cx="1422769" cy="369332"/>
            <a:chOff x="117467" y="3120681"/>
            <a:chExt cx="1422769" cy="369332"/>
          </a:xfrm>
        </p:grpSpPr>
        <p:grpSp>
          <p:nvGrpSpPr>
            <p:cNvPr id="26" name="Google Shape;13612;p90">
              <a:extLst>
                <a:ext uri="{FF2B5EF4-FFF2-40B4-BE49-F238E27FC236}">
                  <a16:creationId xmlns:a16="http://schemas.microsoft.com/office/drawing/2014/main" id="{907D208E-8B4A-9F12-BC31-443DFB71B6D2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17467" y="3146253"/>
              <a:ext cx="494968" cy="329506"/>
              <a:chOff x="4629306" y="3409193"/>
              <a:chExt cx="367255" cy="244486"/>
            </a:xfrm>
          </p:grpSpPr>
          <p:sp>
            <p:nvSpPr>
              <p:cNvPr id="27" name="Google Shape;13613;p90">
                <a:extLst>
                  <a:ext uri="{FF2B5EF4-FFF2-40B4-BE49-F238E27FC236}">
                    <a16:creationId xmlns:a16="http://schemas.microsoft.com/office/drawing/2014/main" id="{074E7D37-4574-0D0A-1BE7-6070B7BB5448}"/>
                  </a:ext>
                </a:extLst>
              </p:cNvPr>
              <p:cNvSpPr/>
              <p:nvPr/>
            </p:nvSpPr>
            <p:spPr>
              <a:xfrm>
                <a:off x="4629306" y="3409193"/>
                <a:ext cx="367255" cy="244486"/>
              </a:xfrm>
              <a:custGeom>
                <a:avLst/>
                <a:gdLst/>
                <a:ahLst/>
                <a:cxnLst/>
                <a:rect l="l" t="t" r="r" b="b"/>
                <a:pathLst>
                  <a:path w="11538" h="7681" extrusionOk="0">
                    <a:moveTo>
                      <a:pt x="10966" y="358"/>
                    </a:moveTo>
                    <a:cubicBezTo>
                      <a:pt x="11085" y="358"/>
                      <a:pt x="11181" y="453"/>
                      <a:pt x="11181" y="572"/>
                    </a:cubicBezTo>
                    <a:lnTo>
                      <a:pt x="11181" y="7121"/>
                    </a:lnTo>
                    <a:cubicBezTo>
                      <a:pt x="11181" y="7240"/>
                      <a:pt x="11085" y="7323"/>
                      <a:pt x="10966" y="7323"/>
                    </a:cubicBezTo>
                    <a:lnTo>
                      <a:pt x="560" y="7323"/>
                    </a:lnTo>
                    <a:cubicBezTo>
                      <a:pt x="441" y="7323"/>
                      <a:pt x="358" y="7240"/>
                      <a:pt x="358" y="7121"/>
                    </a:cubicBezTo>
                    <a:lnTo>
                      <a:pt x="358" y="572"/>
                    </a:lnTo>
                    <a:cubicBezTo>
                      <a:pt x="358" y="453"/>
                      <a:pt x="441" y="358"/>
                      <a:pt x="560" y="358"/>
                    </a:cubicBezTo>
                    <a:close/>
                    <a:moveTo>
                      <a:pt x="560" y="1"/>
                    </a:moveTo>
                    <a:cubicBezTo>
                      <a:pt x="251" y="1"/>
                      <a:pt x="1" y="263"/>
                      <a:pt x="1" y="572"/>
                    </a:cubicBezTo>
                    <a:lnTo>
                      <a:pt x="1" y="7121"/>
                    </a:lnTo>
                    <a:cubicBezTo>
                      <a:pt x="1" y="7430"/>
                      <a:pt x="251" y="7680"/>
                      <a:pt x="560" y="7680"/>
                    </a:cubicBezTo>
                    <a:lnTo>
                      <a:pt x="10966" y="7680"/>
                    </a:lnTo>
                    <a:cubicBezTo>
                      <a:pt x="11276" y="7680"/>
                      <a:pt x="11526" y="7430"/>
                      <a:pt x="11526" y="7121"/>
                    </a:cubicBezTo>
                    <a:lnTo>
                      <a:pt x="11526" y="572"/>
                    </a:lnTo>
                    <a:cubicBezTo>
                      <a:pt x="11538" y="263"/>
                      <a:pt x="11276" y="1"/>
                      <a:pt x="10966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13614;p90">
                <a:extLst>
                  <a:ext uri="{FF2B5EF4-FFF2-40B4-BE49-F238E27FC236}">
                    <a16:creationId xmlns:a16="http://schemas.microsoft.com/office/drawing/2014/main" id="{FD5D7D64-E74F-147D-D506-74C21728A077}"/>
                  </a:ext>
                </a:extLst>
              </p:cNvPr>
              <p:cNvSpPr/>
              <p:nvPr/>
            </p:nvSpPr>
            <p:spPr>
              <a:xfrm>
                <a:off x="4665688" y="3433447"/>
                <a:ext cx="294109" cy="195595"/>
              </a:xfrm>
              <a:custGeom>
                <a:avLst/>
                <a:gdLst/>
                <a:ahLst/>
                <a:cxnLst/>
                <a:rect l="l" t="t" r="r" b="b"/>
                <a:pathLst>
                  <a:path w="9240" h="6145" extrusionOk="0">
                    <a:moveTo>
                      <a:pt x="8871" y="370"/>
                    </a:moveTo>
                    <a:lnTo>
                      <a:pt x="8871" y="5787"/>
                    </a:lnTo>
                    <a:lnTo>
                      <a:pt x="370" y="5787"/>
                    </a:lnTo>
                    <a:lnTo>
                      <a:pt x="370" y="370"/>
                    </a:lnTo>
                    <a:close/>
                    <a:moveTo>
                      <a:pt x="179" y="1"/>
                    </a:moveTo>
                    <a:cubicBezTo>
                      <a:pt x="72" y="1"/>
                      <a:pt x="1" y="72"/>
                      <a:pt x="1" y="179"/>
                    </a:cubicBezTo>
                    <a:lnTo>
                      <a:pt x="1" y="5966"/>
                    </a:lnTo>
                    <a:cubicBezTo>
                      <a:pt x="1" y="6073"/>
                      <a:pt x="72" y="6144"/>
                      <a:pt x="179" y="6144"/>
                    </a:cubicBezTo>
                    <a:lnTo>
                      <a:pt x="9049" y="6144"/>
                    </a:lnTo>
                    <a:cubicBezTo>
                      <a:pt x="9157" y="6144"/>
                      <a:pt x="9228" y="6073"/>
                      <a:pt x="9228" y="5966"/>
                    </a:cubicBezTo>
                    <a:lnTo>
                      <a:pt x="9228" y="179"/>
                    </a:lnTo>
                    <a:cubicBezTo>
                      <a:pt x="9240" y="96"/>
                      <a:pt x="9157" y="1"/>
                      <a:pt x="9049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13615;p90">
                <a:extLst>
                  <a:ext uri="{FF2B5EF4-FFF2-40B4-BE49-F238E27FC236}">
                    <a16:creationId xmlns:a16="http://schemas.microsoft.com/office/drawing/2014/main" id="{6C97D0BC-96F2-CC1B-36A9-8B0BA46A0112}"/>
                  </a:ext>
                </a:extLst>
              </p:cNvPr>
              <p:cNvSpPr/>
              <p:nvPr/>
            </p:nvSpPr>
            <p:spPr>
              <a:xfrm>
                <a:off x="4647895" y="3519866"/>
                <a:ext cx="11395" cy="23522"/>
              </a:xfrm>
              <a:custGeom>
                <a:avLst/>
                <a:gdLst/>
                <a:ahLst/>
                <a:cxnLst/>
                <a:rect l="l" t="t" r="r" b="b"/>
                <a:pathLst>
                  <a:path w="358" h="739" extrusionOk="0">
                    <a:moveTo>
                      <a:pt x="179" y="0"/>
                    </a:moveTo>
                    <a:cubicBezTo>
                      <a:pt x="72" y="0"/>
                      <a:pt x="0" y="72"/>
                      <a:pt x="0" y="179"/>
                    </a:cubicBezTo>
                    <a:lnTo>
                      <a:pt x="0" y="560"/>
                    </a:lnTo>
                    <a:cubicBezTo>
                      <a:pt x="0" y="667"/>
                      <a:pt x="72" y="739"/>
                      <a:pt x="179" y="739"/>
                    </a:cubicBezTo>
                    <a:cubicBezTo>
                      <a:pt x="274" y="739"/>
                      <a:pt x="357" y="667"/>
                      <a:pt x="357" y="560"/>
                    </a:cubicBezTo>
                    <a:lnTo>
                      <a:pt x="357" y="179"/>
                    </a:lnTo>
                    <a:cubicBezTo>
                      <a:pt x="357" y="72"/>
                      <a:pt x="274" y="0"/>
                      <a:pt x="179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13616;p90">
                <a:extLst>
                  <a:ext uri="{FF2B5EF4-FFF2-40B4-BE49-F238E27FC236}">
                    <a16:creationId xmlns:a16="http://schemas.microsoft.com/office/drawing/2014/main" id="{098D1C6B-F403-48B1-A16A-DE72E08193CE}"/>
                  </a:ext>
                </a:extLst>
              </p:cNvPr>
              <p:cNvSpPr/>
              <p:nvPr/>
            </p:nvSpPr>
            <p:spPr>
              <a:xfrm>
                <a:off x="4966609" y="3513404"/>
                <a:ext cx="11395" cy="36063"/>
              </a:xfrm>
              <a:custGeom>
                <a:avLst/>
                <a:gdLst/>
                <a:ahLst/>
                <a:cxnLst/>
                <a:rect l="l" t="t" r="r" b="b"/>
                <a:pathLst>
                  <a:path w="358" h="1133" extrusionOk="0">
                    <a:moveTo>
                      <a:pt x="179" y="1"/>
                    </a:moveTo>
                    <a:cubicBezTo>
                      <a:pt x="72" y="1"/>
                      <a:pt x="0" y="84"/>
                      <a:pt x="0" y="180"/>
                    </a:cubicBezTo>
                    <a:lnTo>
                      <a:pt x="0" y="953"/>
                    </a:lnTo>
                    <a:cubicBezTo>
                      <a:pt x="0" y="1061"/>
                      <a:pt x="72" y="1132"/>
                      <a:pt x="179" y="1132"/>
                    </a:cubicBezTo>
                    <a:cubicBezTo>
                      <a:pt x="286" y="1132"/>
                      <a:pt x="357" y="1061"/>
                      <a:pt x="357" y="953"/>
                    </a:cubicBezTo>
                    <a:lnTo>
                      <a:pt x="357" y="180"/>
                    </a:lnTo>
                    <a:cubicBezTo>
                      <a:pt x="357" y="84"/>
                      <a:pt x="286" y="1"/>
                      <a:pt x="179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13617;p90">
                <a:extLst>
                  <a:ext uri="{FF2B5EF4-FFF2-40B4-BE49-F238E27FC236}">
                    <a16:creationId xmlns:a16="http://schemas.microsoft.com/office/drawing/2014/main" id="{D0A96EF8-1955-2784-5F3E-8CB8D8356068}"/>
                  </a:ext>
                </a:extLst>
              </p:cNvPr>
              <p:cNvSpPr/>
              <p:nvPr/>
            </p:nvSpPr>
            <p:spPr>
              <a:xfrm>
                <a:off x="4966609" y="3433447"/>
                <a:ext cx="11777" cy="11395"/>
              </a:xfrm>
              <a:custGeom>
                <a:avLst/>
                <a:gdLst/>
                <a:ahLst/>
                <a:cxnLst/>
                <a:rect l="l" t="t" r="r" b="b"/>
                <a:pathLst>
                  <a:path w="370" h="358" extrusionOk="0">
                    <a:moveTo>
                      <a:pt x="179" y="1"/>
                    </a:moveTo>
                    <a:cubicBezTo>
                      <a:pt x="72" y="1"/>
                      <a:pt x="0" y="72"/>
                      <a:pt x="0" y="179"/>
                    </a:cubicBezTo>
                    <a:cubicBezTo>
                      <a:pt x="0" y="286"/>
                      <a:pt x="84" y="358"/>
                      <a:pt x="179" y="358"/>
                    </a:cubicBezTo>
                    <a:cubicBezTo>
                      <a:pt x="286" y="358"/>
                      <a:pt x="357" y="286"/>
                      <a:pt x="357" y="179"/>
                    </a:cubicBezTo>
                    <a:cubicBezTo>
                      <a:pt x="369" y="96"/>
                      <a:pt x="286" y="1"/>
                      <a:pt x="179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13618;p90">
                <a:extLst>
                  <a:ext uri="{FF2B5EF4-FFF2-40B4-BE49-F238E27FC236}">
                    <a16:creationId xmlns:a16="http://schemas.microsoft.com/office/drawing/2014/main" id="{F15F3A21-C899-81E5-4F05-68200763FA57}"/>
                  </a:ext>
                </a:extLst>
              </p:cNvPr>
              <p:cNvSpPr/>
              <p:nvPr/>
            </p:nvSpPr>
            <p:spPr>
              <a:xfrm>
                <a:off x="4647895" y="3488799"/>
                <a:ext cx="11395" cy="17825"/>
              </a:xfrm>
              <a:custGeom>
                <a:avLst/>
                <a:gdLst/>
                <a:ahLst/>
                <a:cxnLst/>
                <a:rect l="l" t="t" r="r" b="b"/>
                <a:pathLst>
                  <a:path w="358" h="560" extrusionOk="0">
                    <a:moveTo>
                      <a:pt x="179" y="0"/>
                    </a:moveTo>
                    <a:cubicBezTo>
                      <a:pt x="72" y="0"/>
                      <a:pt x="0" y="83"/>
                      <a:pt x="0" y="179"/>
                    </a:cubicBezTo>
                    <a:lnTo>
                      <a:pt x="0" y="381"/>
                    </a:lnTo>
                    <a:cubicBezTo>
                      <a:pt x="0" y="476"/>
                      <a:pt x="72" y="560"/>
                      <a:pt x="179" y="560"/>
                    </a:cubicBezTo>
                    <a:cubicBezTo>
                      <a:pt x="274" y="560"/>
                      <a:pt x="357" y="476"/>
                      <a:pt x="357" y="381"/>
                    </a:cubicBezTo>
                    <a:lnTo>
                      <a:pt x="357" y="179"/>
                    </a:lnTo>
                    <a:cubicBezTo>
                      <a:pt x="357" y="83"/>
                      <a:pt x="274" y="0"/>
                      <a:pt x="179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3" name="Google Shape;13619;p90">
                <a:extLst>
                  <a:ext uri="{FF2B5EF4-FFF2-40B4-BE49-F238E27FC236}">
                    <a16:creationId xmlns:a16="http://schemas.microsoft.com/office/drawing/2014/main" id="{5F3D82DD-A280-4303-D5A3-595BF879FFDD}"/>
                  </a:ext>
                </a:extLst>
              </p:cNvPr>
              <p:cNvSpPr/>
              <p:nvPr/>
            </p:nvSpPr>
            <p:spPr>
              <a:xfrm>
                <a:off x="4647895" y="3556247"/>
                <a:ext cx="11395" cy="17475"/>
              </a:xfrm>
              <a:custGeom>
                <a:avLst/>
                <a:gdLst/>
                <a:ahLst/>
                <a:cxnLst/>
                <a:rect l="l" t="t" r="r" b="b"/>
                <a:pathLst>
                  <a:path w="358" h="549" extrusionOk="0">
                    <a:moveTo>
                      <a:pt x="179" y="0"/>
                    </a:moveTo>
                    <a:cubicBezTo>
                      <a:pt x="72" y="0"/>
                      <a:pt x="0" y="72"/>
                      <a:pt x="0" y="179"/>
                    </a:cubicBezTo>
                    <a:lnTo>
                      <a:pt x="0" y="369"/>
                    </a:lnTo>
                    <a:cubicBezTo>
                      <a:pt x="0" y="477"/>
                      <a:pt x="72" y="548"/>
                      <a:pt x="179" y="548"/>
                    </a:cubicBezTo>
                    <a:cubicBezTo>
                      <a:pt x="274" y="548"/>
                      <a:pt x="357" y="477"/>
                      <a:pt x="357" y="369"/>
                    </a:cubicBezTo>
                    <a:lnTo>
                      <a:pt x="357" y="179"/>
                    </a:lnTo>
                    <a:cubicBezTo>
                      <a:pt x="357" y="84"/>
                      <a:pt x="274" y="0"/>
                      <a:pt x="179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13620;p90">
                <a:extLst>
                  <a:ext uri="{FF2B5EF4-FFF2-40B4-BE49-F238E27FC236}">
                    <a16:creationId xmlns:a16="http://schemas.microsoft.com/office/drawing/2014/main" id="{863D79D4-8D6D-7B0F-24AD-ACC68307ABD5}"/>
                  </a:ext>
                </a:extLst>
              </p:cNvPr>
              <p:cNvSpPr/>
              <p:nvPr/>
            </p:nvSpPr>
            <p:spPr>
              <a:xfrm>
                <a:off x="4690324" y="3574804"/>
                <a:ext cx="244486" cy="36032"/>
              </a:xfrm>
              <a:custGeom>
                <a:avLst/>
                <a:gdLst/>
                <a:ahLst/>
                <a:cxnLst/>
                <a:rect l="l" t="t" r="r" b="b"/>
                <a:pathLst>
                  <a:path w="7681" h="1132" extrusionOk="0">
                    <a:moveTo>
                      <a:pt x="1727" y="358"/>
                    </a:moveTo>
                    <a:cubicBezTo>
                      <a:pt x="1846" y="358"/>
                      <a:pt x="1941" y="441"/>
                      <a:pt x="1941" y="560"/>
                    </a:cubicBezTo>
                    <a:cubicBezTo>
                      <a:pt x="1941" y="679"/>
                      <a:pt x="1846" y="775"/>
                      <a:pt x="1727" y="775"/>
                    </a:cubicBezTo>
                    <a:cubicBezTo>
                      <a:pt x="1608" y="775"/>
                      <a:pt x="1525" y="679"/>
                      <a:pt x="1525" y="560"/>
                    </a:cubicBezTo>
                    <a:cubicBezTo>
                      <a:pt x="1525" y="441"/>
                      <a:pt x="1608" y="358"/>
                      <a:pt x="1727" y="358"/>
                    </a:cubicBezTo>
                    <a:close/>
                    <a:moveTo>
                      <a:pt x="1727" y="1"/>
                    </a:moveTo>
                    <a:cubicBezTo>
                      <a:pt x="1477" y="1"/>
                      <a:pt x="1263" y="156"/>
                      <a:pt x="1191" y="382"/>
                    </a:cubicBezTo>
                    <a:lnTo>
                      <a:pt x="179" y="382"/>
                    </a:lnTo>
                    <a:cubicBezTo>
                      <a:pt x="72" y="382"/>
                      <a:pt x="1" y="453"/>
                      <a:pt x="1" y="560"/>
                    </a:cubicBezTo>
                    <a:cubicBezTo>
                      <a:pt x="1" y="668"/>
                      <a:pt x="72" y="739"/>
                      <a:pt x="179" y="739"/>
                    </a:cubicBezTo>
                    <a:lnTo>
                      <a:pt x="1191" y="739"/>
                    </a:lnTo>
                    <a:cubicBezTo>
                      <a:pt x="1263" y="965"/>
                      <a:pt x="1477" y="1132"/>
                      <a:pt x="1727" y="1132"/>
                    </a:cubicBezTo>
                    <a:cubicBezTo>
                      <a:pt x="1977" y="1132"/>
                      <a:pt x="2191" y="965"/>
                      <a:pt x="2263" y="739"/>
                    </a:cubicBezTo>
                    <a:lnTo>
                      <a:pt x="7502" y="739"/>
                    </a:lnTo>
                    <a:cubicBezTo>
                      <a:pt x="7609" y="739"/>
                      <a:pt x="7680" y="668"/>
                      <a:pt x="7680" y="560"/>
                    </a:cubicBezTo>
                    <a:cubicBezTo>
                      <a:pt x="7680" y="453"/>
                      <a:pt x="7609" y="382"/>
                      <a:pt x="7513" y="382"/>
                    </a:cubicBezTo>
                    <a:lnTo>
                      <a:pt x="2263" y="382"/>
                    </a:lnTo>
                    <a:cubicBezTo>
                      <a:pt x="2191" y="156"/>
                      <a:pt x="1977" y="1"/>
                      <a:pt x="1727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Google Shape;13621;p90">
                <a:extLst>
                  <a:ext uri="{FF2B5EF4-FFF2-40B4-BE49-F238E27FC236}">
                    <a16:creationId xmlns:a16="http://schemas.microsoft.com/office/drawing/2014/main" id="{ED673FC0-2D44-3EF6-217E-9A65C2326324}"/>
                  </a:ext>
                </a:extLst>
              </p:cNvPr>
              <p:cNvSpPr/>
              <p:nvPr/>
            </p:nvSpPr>
            <p:spPr>
              <a:xfrm>
                <a:off x="4788870" y="3486635"/>
                <a:ext cx="53092" cy="52965"/>
              </a:xfrm>
              <a:custGeom>
                <a:avLst/>
                <a:gdLst/>
                <a:ahLst/>
                <a:cxnLst/>
                <a:rect l="l" t="t" r="r" b="b"/>
                <a:pathLst>
                  <a:path w="1668" h="1664" extrusionOk="0">
                    <a:moveTo>
                      <a:pt x="357" y="354"/>
                    </a:moveTo>
                    <a:lnTo>
                      <a:pt x="1286" y="818"/>
                    </a:lnTo>
                    <a:cubicBezTo>
                      <a:pt x="1298" y="818"/>
                      <a:pt x="1298" y="830"/>
                      <a:pt x="1298" y="842"/>
                    </a:cubicBezTo>
                    <a:lnTo>
                      <a:pt x="369" y="1306"/>
                    </a:lnTo>
                    <a:lnTo>
                      <a:pt x="357" y="1306"/>
                    </a:lnTo>
                    <a:lnTo>
                      <a:pt x="357" y="1294"/>
                    </a:lnTo>
                    <a:lnTo>
                      <a:pt x="357" y="366"/>
                    </a:lnTo>
                    <a:lnTo>
                      <a:pt x="357" y="354"/>
                    </a:lnTo>
                    <a:close/>
                    <a:moveTo>
                      <a:pt x="361" y="1"/>
                    </a:moveTo>
                    <a:cubicBezTo>
                      <a:pt x="297" y="1"/>
                      <a:pt x="235" y="19"/>
                      <a:pt x="179" y="56"/>
                    </a:cubicBezTo>
                    <a:cubicBezTo>
                      <a:pt x="72" y="128"/>
                      <a:pt x="0" y="247"/>
                      <a:pt x="0" y="366"/>
                    </a:cubicBezTo>
                    <a:lnTo>
                      <a:pt x="0" y="1294"/>
                    </a:lnTo>
                    <a:cubicBezTo>
                      <a:pt x="0" y="1425"/>
                      <a:pt x="60" y="1544"/>
                      <a:pt x="179" y="1604"/>
                    </a:cubicBezTo>
                    <a:cubicBezTo>
                      <a:pt x="238" y="1652"/>
                      <a:pt x="310" y="1663"/>
                      <a:pt x="369" y="1663"/>
                    </a:cubicBezTo>
                    <a:cubicBezTo>
                      <a:pt x="429" y="1663"/>
                      <a:pt x="488" y="1652"/>
                      <a:pt x="536" y="1616"/>
                    </a:cubicBezTo>
                    <a:lnTo>
                      <a:pt x="1465" y="1163"/>
                    </a:lnTo>
                    <a:cubicBezTo>
                      <a:pt x="1596" y="1104"/>
                      <a:pt x="1667" y="961"/>
                      <a:pt x="1667" y="830"/>
                    </a:cubicBezTo>
                    <a:cubicBezTo>
                      <a:pt x="1655" y="687"/>
                      <a:pt x="1584" y="568"/>
                      <a:pt x="1465" y="509"/>
                    </a:cubicBezTo>
                    <a:lnTo>
                      <a:pt x="536" y="44"/>
                    </a:lnTo>
                    <a:cubicBezTo>
                      <a:pt x="479" y="16"/>
                      <a:pt x="420" y="1"/>
                      <a:pt x="361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Google Shape;13622;p90">
                <a:extLst>
                  <a:ext uri="{FF2B5EF4-FFF2-40B4-BE49-F238E27FC236}">
                    <a16:creationId xmlns:a16="http://schemas.microsoft.com/office/drawing/2014/main" id="{5DB867E0-F6D0-3C9C-F36A-4ED999080499}"/>
                  </a:ext>
                </a:extLst>
              </p:cNvPr>
              <p:cNvSpPr/>
              <p:nvPr/>
            </p:nvSpPr>
            <p:spPr>
              <a:xfrm>
                <a:off x="4745645" y="3458084"/>
                <a:ext cx="134195" cy="109941"/>
              </a:xfrm>
              <a:custGeom>
                <a:avLst/>
                <a:gdLst/>
                <a:ahLst/>
                <a:cxnLst/>
                <a:rect l="l" t="t" r="r" b="b"/>
                <a:pathLst>
                  <a:path w="4216" h="3454" extrusionOk="0">
                    <a:moveTo>
                      <a:pt x="3263" y="358"/>
                    </a:moveTo>
                    <a:cubicBezTo>
                      <a:pt x="3597" y="358"/>
                      <a:pt x="3859" y="632"/>
                      <a:pt x="3859" y="953"/>
                    </a:cubicBezTo>
                    <a:lnTo>
                      <a:pt x="3859" y="2501"/>
                    </a:lnTo>
                    <a:cubicBezTo>
                      <a:pt x="3859" y="2834"/>
                      <a:pt x="3597" y="3096"/>
                      <a:pt x="3263" y="3096"/>
                    </a:cubicBezTo>
                    <a:lnTo>
                      <a:pt x="953" y="3096"/>
                    </a:lnTo>
                    <a:cubicBezTo>
                      <a:pt x="632" y="3096"/>
                      <a:pt x="358" y="2834"/>
                      <a:pt x="358" y="2501"/>
                    </a:cubicBezTo>
                    <a:lnTo>
                      <a:pt x="358" y="953"/>
                    </a:lnTo>
                    <a:cubicBezTo>
                      <a:pt x="358" y="632"/>
                      <a:pt x="632" y="358"/>
                      <a:pt x="953" y="358"/>
                    </a:cubicBezTo>
                    <a:close/>
                    <a:moveTo>
                      <a:pt x="953" y="1"/>
                    </a:moveTo>
                    <a:cubicBezTo>
                      <a:pt x="441" y="1"/>
                      <a:pt x="1" y="429"/>
                      <a:pt x="1" y="953"/>
                    </a:cubicBezTo>
                    <a:lnTo>
                      <a:pt x="1" y="2501"/>
                    </a:lnTo>
                    <a:cubicBezTo>
                      <a:pt x="1" y="3025"/>
                      <a:pt x="441" y="3453"/>
                      <a:pt x="953" y="3453"/>
                    </a:cubicBezTo>
                    <a:lnTo>
                      <a:pt x="3263" y="3453"/>
                    </a:lnTo>
                    <a:cubicBezTo>
                      <a:pt x="3787" y="3453"/>
                      <a:pt x="4216" y="3025"/>
                      <a:pt x="4216" y="2501"/>
                    </a:cubicBezTo>
                    <a:lnTo>
                      <a:pt x="4216" y="953"/>
                    </a:lnTo>
                    <a:cubicBezTo>
                      <a:pt x="4216" y="429"/>
                      <a:pt x="3799" y="1"/>
                      <a:pt x="3263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AF9E80A6-243F-D5A4-59B8-F6355D2F7B6C}"/>
                </a:ext>
              </a:extLst>
            </p:cNvPr>
            <p:cNvSpPr txBox="1"/>
            <p:nvPr/>
          </p:nvSpPr>
          <p:spPr>
            <a:xfrm>
              <a:off x="661469" y="3120681"/>
              <a:ext cx="8787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fontAlgn="base"/>
              <a:r>
                <a:rPr lang="en-US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Videos</a:t>
              </a:r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CB10209D-7A99-C8B0-A976-E67AA14336A8}"/>
              </a:ext>
            </a:extLst>
          </p:cNvPr>
          <p:cNvGrpSpPr/>
          <p:nvPr/>
        </p:nvGrpSpPr>
        <p:grpSpPr>
          <a:xfrm>
            <a:off x="2031511" y="2560241"/>
            <a:ext cx="2214434" cy="375733"/>
            <a:chOff x="390138" y="2329863"/>
            <a:chExt cx="2214434" cy="375733"/>
          </a:xfrm>
        </p:grpSpPr>
        <p:grpSp>
          <p:nvGrpSpPr>
            <p:cNvPr id="2" name="Google Shape;13706;p90">
              <a:extLst>
                <a:ext uri="{FF2B5EF4-FFF2-40B4-BE49-F238E27FC236}">
                  <a16:creationId xmlns:a16="http://schemas.microsoft.com/office/drawing/2014/main" id="{5CFF00FD-870A-5FE4-5F81-77C6E6F7D18F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90138" y="2329863"/>
              <a:ext cx="375434" cy="369332"/>
              <a:chOff x="4210933" y="2926777"/>
              <a:chExt cx="280072" cy="275520"/>
            </a:xfrm>
          </p:grpSpPr>
          <p:sp>
            <p:nvSpPr>
              <p:cNvPr id="4" name="Google Shape;13707;p90">
                <a:extLst>
                  <a:ext uri="{FF2B5EF4-FFF2-40B4-BE49-F238E27FC236}">
                    <a16:creationId xmlns:a16="http://schemas.microsoft.com/office/drawing/2014/main" id="{6232AE07-86FB-9E46-9A70-AB7FC7E6CDE2}"/>
                  </a:ext>
                </a:extLst>
              </p:cNvPr>
              <p:cNvSpPr/>
              <p:nvPr/>
            </p:nvSpPr>
            <p:spPr>
              <a:xfrm>
                <a:off x="4490623" y="2970352"/>
                <a:ext cx="32" cy="414"/>
              </a:xfrm>
              <a:custGeom>
                <a:avLst/>
                <a:gdLst/>
                <a:ahLst/>
                <a:cxnLst/>
                <a:rect l="l" t="t" r="r" b="b"/>
                <a:pathLst>
                  <a:path w="1" h="13" extrusionOk="0">
                    <a:moveTo>
                      <a:pt x="0" y="0"/>
                    </a:moveTo>
                    <a:cubicBezTo>
                      <a:pt x="0" y="12"/>
                      <a:pt x="0" y="0"/>
                      <a:pt x="0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" name="Google Shape;13708;p90">
                <a:extLst>
                  <a:ext uri="{FF2B5EF4-FFF2-40B4-BE49-F238E27FC236}">
                    <a16:creationId xmlns:a16="http://schemas.microsoft.com/office/drawing/2014/main" id="{2B655E18-0E6D-9065-5DF2-A7F9902004F0}"/>
                  </a:ext>
                </a:extLst>
              </p:cNvPr>
              <p:cNvSpPr/>
              <p:nvPr/>
            </p:nvSpPr>
            <p:spPr>
              <a:xfrm>
                <a:off x="4489859" y="2969589"/>
                <a:ext cx="32" cy="32"/>
              </a:xfrm>
              <a:custGeom>
                <a:avLst/>
                <a:gdLst/>
                <a:ahLst/>
                <a:cxnLst/>
                <a:rect l="l" t="t" r="r" b="b"/>
                <a:pathLst>
                  <a:path w="1" h="1" extrusionOk="0">
                    <a:moveTo>
                      <a:pt x="0" y="1"/>
                    </a:move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" name="Google Shape;13709;p90">
                <a:extLst>
                  <a:ext uri="{FF2B5EF4-FFF2-40B4-BE49-F238E27FC236}">
                    <a16:creationId xmlns:a16="http://schemas.microsoft.com/office/drawing/2014/main" id="{E85EAE25-FEE3-6C5D-4F5E-3C0F394B074B}"/>
                  </a:ext>
                </a:extLst>
              </p:cNvPr>
              <p:cNvSpPr/>
              <p:nvPr/>
            </p:nvSpPr>
            <p:spPr>
              <a:xfrm>
                <a:off x="4210933" y="2944952"/>
                <a:ext cx="280072" cy="257346"/>
              </a:xfrm>
              <a:custGeom>
                <a:avLst/>
                <a:gdLst/>
                <a:ahLst/>
                <a:cxnLst/>
                <a:rect l="l" t="t" r="r" b="b"/>
                <a:pathLst>
                  <a:path w="8799" h="8085" extrusionOk="0">
                    <a:moveTo>
                      <a:pt x="7549" y="620"/>
                    </a:moveTo>
                    <a:lnTo>
                      <a:pt x="6596" y="6382"/>
                    </a:lnTo>
                    <a:lnTo>
                      <a:pt x="6596" y="620"/>
                    </a:lnTo>
                    <a:close/>
                    <a:moveTo>
                      <a:pt x="4965" y="1"/>
                    </a:moveTo>
                    <a:cubicBezTo>
                      <a:pt x="4894" y="1"/>
                      <a:pt x="4834" y="60"/>
                      <a:pt x="4834" y="143"/>
                    </a:cubicBezTo>
                    <a:cubicBezTo>
                      <a:pt x="4834" y="215"/>
                      <a:pt x="4894" y="274"/>
                      <a:pt x="4965" y="274"/>
                    </a:cubicBezTo>
                    <a:lnTo>
                      <a:pt x="6322" y="274"/>
                    </a:lnTo>
                    <a:lnTo>
                      <a:pt x="6322" y="7835"/>
                    </a:lnTo>
                    <a:lnTo>
                      <a:pt x="262" y="7835"/>
                    </a:lnTo>
                    <a:lnTo>
                      <a:pt x="262" y="7192"/>
                    </a:lnTo>
                    <a:cubicBezTo>
                      <a:pt x="262" y="7121"/>
                      <a:pt x="203" y="7061"/>
                      <a:pt x="131" y="7061"/>
                    </a:cubicBezTo>
                    <a:cubicBezTo>
                      <a:pt x="60" y="7061"/>
                      <a:pt x="0" y="7121"/>
                      <a:pt x="0" y="7192"/>
                    </a:cubicBezTo>
                    <a:lnTo>
                      <a:pt x="0" y="7954"/>
                    </a:lnTo>
                    <a:cubicBezTo>
                      <a:pt x="0" y="8025"/>
                      <a:pt x="60" y="8085"/>
                      <a:pt x="131" y="8085"/>
                    </a:cubicBezTo>
                    <a:lnTo>
                      <a:pt x="6465" y="8085"/>
                    </a:lnTo>
                    <a:cubicBezTo>
                      <a:pt x="6525" y="8085"/>
                      <a:pt x="6561" y="8037"/>
                      <a:pt x="6584" y="8002"/>
                    </a:cubicBezTo>
                    <a:lnTo>
                      <a:pt x="7906" y="3715"/>
                    </a:lnTo>
                    <a:cubicBezTo>
                      <a:pt x="7918" y="3632"/>
                      <a:pt x="7882" y="3572"/>
                      <a:pt x="7811" y="3549"/>
                    </a:cubicBezTo>
                    <a:cubicBezTo>
                      <a:pt x="7799" y="3547"/>
                      <a:pt x="7788" y="3546"/>
                      <a:pt x="7777" y="3546"/>
                    </a:cubicBezTo>
                    <a:cubicBezTo>
                      <a:pt x="7721" y="3546"/>
                      <a:pt x="7674" y="3572"/>
                      <a:pt x="7644" y="3632"/>
                    </a:cubicBezTo>
                    <a:lnTo>
                      <a:pt x="6870" y="6132"/>
                    </a:lnTo>
                    <a:lnTo>
                      <a:pt x="7727" y="989"/>
                    </a:lnTo>
                    <a:lnTo>
                      <a:pt x="8466" y="989"/>
                    </a:lnTo>
                    <a:lnTo>
                      <a:pt x="7799" y="3144"/>
                    </a:lnTo>
                    <a:cubicBezTo>
                      <a:pt x="7787" y="3215"/>
                      <a:pt x="7811" y="3275"/>
                      <a:pt x="7882" y="3311"/>
                    </a:cubicBezTo>
                    <a:lnTo>
                      <a:pt x="7930" y="3311"/>
                    </a:lnTo>
                    <a:cubicBezTo>
                      <a:pt x="7989" y="3311"/>
                      <a:pt x="8037" y="3275"/>
                      <a:pt x="8049" y="3215"/>
                    </a:cubicBezTo>
                    <a:lnTo>
                      <a:pt x="8763" y="894"/>
                    </a:lnTo>
                    <a:cubicBezTo>
                      <a:pt x="8799" y="870"/>
                      <a:pt x="8799" y="822"/>
                      <a:pt x="8763" y="798"/>
                    </a:cubicBezTo>
                    <a:cubicBezTo>
                      <a:pt x="8739" y="763"/>
                      <a:pt x="8704" y="739"/>
                      <a:pt x="8668" y="739"/>
                    </a:cubicBezTo>
                    <a:lnTo>
                      <a:pt x="7787" y="739"/>
                    </a:lnTo>
                    <a:lnTo>
                      <a:pt x="7835" y="501"/>
                    </a:lnTo>
                    <a:cubicBezTo>
                      <a:pt x="7835" y="453"/>
                      <a:pt x="7835" y="417"/>
                      <a:pt x="7799" y="394"/>
                    </a:cubicBezTo>
                    <a:cubicBezTo>
                      <a:pt x="7763" y="358"/>
                      <a:pt x="7739" y="346"/>
                      <a:pt x="7692" y="346"/>
                    </a:cubicBezTo>
                    <a:lnTo>
                      <a:pt x="6596" y="346"/>
                    </a:lnTo>
                    <a:lnTo>
                      <a:pt x="6596" y="143"/>
                    </a:lnTo>
                    <a:cubicBezTo>
                      <a:pt x="6596" y="60"/>
                      <a:pt x="6537" y="1"/>
                      <a:pt x="6453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Google Shape;13710;p90">
                <a:extLst>
                  <a:ext uri="{FF2B5EF4-FFF2-40B4-BE49-F238E27FC236}">
                    <a16:creationId xmlns:a16="http://schemas.microsoft.com/office/drawing/2014/main" id="{D3EF2895-5E16-94F2-5C48-3E3A61DD409E}"/>
                  </a:ext>
                </a:extLst>
              </p:cNvPr>
              <p:cNvSpPr/>
              <p:nvPr/>
            </p:nvSpPr>
            <p:spPr>
              <a:xfrm>
                <a:off x="4212047" y="2926777"/>
                <a:ext cx="144826" cy="234619"/>
              </a:xfrm>
              <a:custGeom>
                <a:avLst/>
                <a:gdLst/>
                <a:ahLst/>
                <a:cxnLst/>
                <a:rect l="l" t="t" r="r" b="b"/>
                <a:pathLst>
                  <a:path w="4550" h="7371" extrusionOk="0">
                    <a:moveTo>
                      <a:pt x="132" y="0"/>
                    </a:moveTo>
                    <a:cubicBezTo>
                      <a:pt x="60" y="0"/>
                      <a:pt x="1" y="60"/>
                      <a:pt x="1" y="131"/>
                    </a:cubicBezTo>
                    <a:lnTo>
                      <a:pt x="1" y="7239"/>
                    </a:lnTo>
                    <a:cubicBezTo>
                      <a:pt x="1" y="7311"/>
                      <a:pt x="60" y="7370"/>
                      <a:pt x="132" y="7370"/>
                    </a:cubicBezTo>
                    <a:cubicBezTo>
                      <a:pt x="203" y="7370"/>
                      <a:pt x="263" y="7311"/>
                      <a:pt x="263" y="7239"/>
                    </a:cubicBezTo>
                    <a:lnTo>
                      <a:pt x="263" y="262"/>
                    </a:lnTo>
                    <a:lnTo>
                      <a:pt x="1763" y="262"/>
                    </a:lnTo>
                    <a:lnTo>
                      <a:pt x="2299" y="810"/>
                    </a:lnTo>
                    <a:cubicBezTo>
                      <a:pt x="2335" y="845"/>
                      <a:pt x="2358" y="857"/>
                      <a:pt x="2394" y="857"/>
                    </a:cubicBezTo>
                    <a:lnTo>
                      <a:pt x="4418" y="857"/>
                    </a:lnTo>
                    <a:cubicBezTo>
                      <a:pt x="4490" y="857"/>
                      <a:pt x="4549" y="798"/>
                      <a:pt x="4549" y="726"/>
                    </a:cubicBezTo>
                    <a:cubicBezTo>
                      <a:pt x="4537" y="655"/>
                      <a:pt x="4478" y="595"/>
                      <a:pt x="4418" y="595"/>
                    </a:cubicBezTo>
                    <a:lnTo>
                      <a:pt x="2454" y="595"/>
                    </a:lnTo>
                    <a:lnTo>
                      <a:pt x="1918" y="36"/>
                    </a:lnTo>
                    <a:cubicBezTo>
                      <a:pt x="1882" y="12"/>
                      <a:pt x="1858" y="0"/>
                      <a:pt x="1823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Google Shape;13711;p90">
                <a:extLst>
                  <a:ext uri="{FF2B5EF4-FFF2-40B4-BE49-F238E27FC236}">
                    <a16:creationId xmlns:a16="http://schemas.microsoft.com/office/drawing/2014/main" id="{A544C4F4-84DF-DB0E-54C5-8DD1A2CAE45A}"/>
                  </a:ext>
                </a:extLst>
              </p:cNvPr>
              <p:cNvSpPr/>
              <p:nvPr/>
            </p:nvSpPr>
            <p:spPr>
              <a:xfrm>
                <a:off x="4246550" y="2996103"/>
                <a:ext cx="28074" cy="28106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3" extrusionOk="0">
                    <a:moveTo>
                      <a:pt x="620" y="263"/>
                    </a:moveTo>
                    <a:lnTo>
                      <a:pt x="620" y="608"/>
                    </a:lnTo>
                    <a:lnTo>
                      <a:pt x="262" y="608"/>
                    </a:lnTo>
                    <a:lnTo>
                      <a:pt x="262" y="263"/>
                    </a:lnTo>
                    <a:close/>
                    <a:moveTo>
                      <a:pt x="131" y="1"/>
                    </a:moveTo>
                    <a:cubicBezTo>
                      <a:pt x="60" y="1"/>
                      <a:pt x="0" y="60"/>
                      <a:pt x="0" y="144"/>
                    </a:cubicBezTo>
                    <a:lnTo>
                      <a:pt x="0" y="751"/>
                    </a:lnTo>
                    <a:cubicBezTo>
                      <a:pt x="0" y="822"/>
                      <a:pt x="60" y="882"/>
                      <a:pt x="131" y="882"/>
                    </a:cubicBezTo>
                    <a:lnTo>
                      <a:pt x="739" y="882"/>
                    </a:lnTo>
                    <a:cubicBezTo>
                      <a:pt x="822" y="882"/>
                      <a:pt x="881" y="822"/>
                      <a:pt x="881" y="751"/>
                    </a:cubicBezTo>
                    <a:lnTo>
                      <a:pt x="881" y="144"/>
                    </a:lnTo>
                    <a:cubicBezTo>
                      <a:pt x="881" y="60"/>
                      <a:pt x="822" y="1"/>
                      <a:pt x="739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Google Shape;13712;p90">
                <a:extLst>
                  <a:ext uri="{FF2B5EF4-FFF2-40B4-BE49-F238E27FC236}">
                    <a16:creationId xmlns:a16="http://schemas.microsoft.com/office/drawing/2014/main" id="{44D2F04A-8B10-BEB4-E719-D391D579EBCD}"/>
                  </a:ext>
                </a:extLst>
              </p:cNvPr>
              <p:cNvSpPr/>
              <p:nvPr/>
            </p:nvSpPr>
            <p:spPr>
              <a:xfrm>
                <a:off x="4285956" y="3015456"/>
                <a:ext cx="97814" cy="8753"/>
              </a:xfrm>
              <a:custGeom>
                <a:avLst/>
                <a:gdLst/>
                <a:ahLst/>
                <a:cxnLst/>
                <a:rect l="l" t="t" r="r" b="b"/>
                <a:pathLst>
                  <a:path w="3073" h="275" extrusionOk="0">
                    <a:moveTo>
                      <a:pt x="132" y="0"/>
                    </a:moveTo>
                    <a:cubicBezTo>
                      <a:pt x="60" y="0"/>
                      <a:pt x="1" y="60"/>
                      <a:pt x="1" y="143"/>
                    </a:cubicBezTo>
                    <a:cubicBezTo>
                      <a:pt x="1" y="214"/>
                      <a:pt x="60" y="274"/>
                      <a:pt x="132" y="274"/>
                    </a:cubicBezTo>
                    <a:lnTo>
                      <a:pt x="2942" y="274"/>
                    </a:lnTo>
                    <a:cubicBezTo>
                      <a:pt x="3013" y="274"/>
                      <a:pt x="3072" y="214"/>
                      <a:pt x="3072" y="143"/>
                    </a:cubicBezTo>
                    <a:cubicBezTo>
                      <a:pt x="3072" y="72"/>
                      <a:pt x="3013" y="0"/>
                      <a:pt x="2942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Google Shape;13713;p90">
                <a:extLst>
                  <a:ext uri="{FF2B5EF4-FFF2-40B4-BE49-F238E27FC236}">
                    <a16:creationId xmlns:a16="http://schemas.microsoft.com/office/drawing/2014/main" id="{E88F9B5D-5B26-C920-7F6E-12E6C9D3D79D}"/>
                  </a:ext>
                </a:extLst>
              </p:cNvPr>
              <p:cNvSpPr/>
              <p:nvPr/>
            </p:nvSpPr>
            <p:spPr>
              <a:xfrm>
                <a:off x="4285956" y="3001800"/>
                <a:ext cx="30366" cy="8753"/>
              </a:xfrm>
              <a:custGeom>
                <a:avLst/>
                <a:gdLst/>
                <a:ahLst/>
                <a:cxnLst/>
                <a:rect l="l" t="t" r="r" b="b"/>
                <a:pathLst>
                  <a:path w="954" h="275" extrusionOk="0">
                    <a:moveTo>
                      <a:pt x="132" y="1"/>
                    </a:moveTo>
                    <a:cubicBezTo>
                      <a:pt x="60" y="1"/>
                      <a:pt x="1" y="60"/>
                      <a:pt x="1" y="132"/>
                    </a:cubicBezTo>
                    <a:cubicBezTo>
                      <a:pt x="1" y="215"/>
                      <a:pt x="60" y="274"/>
                      <a:pt x="132" y="274"/>
                    </a:cubicBezTo>
                    <a:lnTo>
                      <a:pt x="810" y="274"/>
                    </a:lnTo>
                    <a:cubicBezTo>
                      <a:pt x="894" y="274"/>
                      <a:pt x="953" y="215"/>
                      <a:pt x="953" y="132"/>
                    </a:cubicBezTo>
                    <a:cubicBezTo>
                      <a:pt x="953" y="60"/>
                      <a:pt x="894" y="1"/>
                      <a:pt x="810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13714;p90">
                <a:extLst>
                  <a:ext uri="{FF2B5EF4-FFF2-40B4-BE49-F238E27FC236}">
                    <a16:creationId xmlns:a16="http://schemas.microsoft.com/office/drawing/2014/main" id="{52F85009-E2BF-5183-7A03-7B7E3BEBAB26}"/>
                  </a:ext>
                </a:extLst>
              </p:cNvPr>
              <p:cNvSpPr/>
              <p:nvPr/>
            </p:nvSpPr>
            <p:spPr>
              <a:xfrm>
                <a:off x="4246550" y="3060177"/>
                <a:ext cx="28074" cy="28074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2" extrusionOk="0">
                    <a:moveTo>
                      <a:pt x="620" y="274"/>
                    </a:moveTo>
                    <a:lnTo>
                      <a:pt x="620" y="631"/>
                    </a:lnTo>
                    <a:lnTo>
                      <a:pt x="262" y="631"/>
                    </a:lnTo>
                    <a:lnTo>
                      <a:pt x="262" y="274"/>
                    </a:lnTo>
                    <a:close/>
                    <a:moveTo>
                      <a:pt x="131" y="0"/>
                    </a:moveTo>
                    <a:cubicBezTo>
                      <a:pt x="60" y="0"/>
                      <a:pt x="0" y="60"/>
                      <a:pt x="0" y="131"/>
                    </a:cubicBezTo>
                    <a:lnTo>
                      <a:pt x="0" y="750"/>
                    </a:lnTo>
                    <a:cubicBezTo>
                      <a:pt x="0" y="822"/>
                      <a:pt x="60" y="881"/>
                      <a:pt x="131" y="881"/>
                    </a:cubicBezTo>
                    <a:lnTo>
                      <a:pt x="739" y="881"/>
                    </a:lnTo>
                    <a:cubicBezTo>
                      <a:pt x="822" y="881"/>
                      <a:pt x="881" y="822"/>
                      <a:pt x="881" y="750"/>
                    </a:cubicBezTo>
                    <a:lnTo>
                      <a:pt x="881" y="131"/>
                    </a:lnTo>
                    <a:cubicBezTo>
                      <a:pt x="881" y="60"/>
                      <a:pt x="822" y="0"/>
                      <a:pt x="739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13715;p90">
                <a:extLst>
                  <a:ext uri="{FF2B5EF4-FFF2-40B4-BE49-F238E27FC236}">
                    <a16:creationId xmlns:a16="http://schemas.microsoft.com/office/drawing/2014/main" id="{36F4119C-E4E0-C1D5-E588-63C72743F323}"/>
                  </a:ext>
                </a:extLst>
              </p:cNvPr>
              <p:cNvSpPr/>
              <p:nvPr/>
            </p:nvSpPr>
            <p:spPr>
              <a:xfrm>
                <a:off x="4285956" y="3080261"/>
                <a:ext cx="97814" cy="8371"/>
              </a:xfrm>
              <a:custGeom>
                <a:avLst/>
                <a:gdLst/>
                <a:ahLst/>
                <a:cxnLst/>
                <a:rect l="l" t="t" r="r" b="b"/>
                <a:pathLst>
                  <a:path w="3073" h="263" extrusionOk="0">
                    <a:moveTo>
                      <a:pt x="132" y="0"/>
                    </a:moveTo>
                    <a:cubicBezTo>
                      <a:pt x="60" y="0"/>
                      <a:pt x="1" y="48"/>
                      <a:pt x="1" y="131"/>
                    </a:cubicBezTo>
                    <a:cubicBezTo>
                      <a:pt x="1" y="203"/>
                      <a:pt x="60" y="262"/>
                      <a:pt x="132" y="262"/>
                    </a:cubicBezTo>
                    <a:lnTo>
                      <a:pt x="2942" y="262"/>
                    </a:lnTo>
                    <a:cubicBezTo>
                      <a:pt x="3013" y="262"/>
                      <a:pt x="3072" y="203"/>
                      <a:pt x="3072" y="131"/>
                    </a:cubicBezTo>
                    <a:cubicBezTo>
                      <a:pt x="3072" y="48"/>
                      <a:pt x="3013" y="0"/>
                      <a:pt x="2942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Google Shape;13716;p90">
                <a:extLst>
                  <a:ext uri="{FF2B5EF4-FFF2-40B4-BE49-F238E27FC236}">
                    <a16:creationId xmlns:a16="http://schemas.microsoft.com/office/drawing/2014/main" id="{6BCC3BBE-58DE-6CA2-EC6F-6C0A61DFDAF0}"/>
                  </a:ext>
                </a:extLst>
              </p:cNvPr>
              <p:cNvSpPr/>
              <p:nvPr/>
            </p:nvSpPr>
            <p:spPr>
              <a:xfrm>
                <a:off x="4285956" y="3066224"/>
                <a:ext cx="30366" cy="8753"/>
              </a:xfrm>
              <a:custGeom>
                <a:avLst/>
                <a:gdLst/>
                <a:ahLst/>
                <a:cxnLst/>
                <a:rect l="l" t="t" r="r" b="b"/>
                <a:pathLst>
                  <a:path w="954" h="275" extrusionOk="0">
                    <a:moveTo>
                      <a:pt x="132" y="1"/>
                    </a:moveTo>
                    <a:cubicBezTo>
                      <a:pt x="60" y="1"/>
                      <a:pt x="1" y="60"/>
                      <a:pt x="1" y="143"/>
                    </a:cubicBezTo>
                    <a:cubicBezTo>
                      <a:pt x="1" y="215"/>
                      <a:pt x="60" y="274"/>
                      <a:pt x="132" y="274"/>
                    </a:cubicBezTo>
                    <a:lnTo>
                      <a:pt x="810" y="274"/>
                    </a:lnTo>
                    <a:cubicBezTo>
                      <a:pt x="894" y="274"/>
                      <a:pt x="953" y="215"/>
                      <a:pt x="953" y="143"/>
                    </a:cubicBezTo>
                    <a:cubicBezTo>
                      <a:pt x="953" y="60"/>
                      <a:pt x="894" y="1"/>
                      <a:pt x="810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13717;p90">
                <a:extLst>
                  <a:ext uri="{FF2B5EF4-FFF2-40B4-BE49-F238E27FC236}">
                    <a16:creationId xmlns:a16="http://schemas.microsoft.com/office/drawing/2014/main" id="{9D7FD65E-FF75-03AA-7211-26167930C23B}"/>
                  </a:ext>
                </a:extLst>
              </p:cNvPr>
              <p:cNvSpPr/>
              <p:nvPr/>
            </p:nvSpPr>
            <p:spPr>
              <a:xfrm>
                <a:off x="4246550" y="3124601"/>
                <a:ext cx="28074" cy="28074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2" extrusionOk="0">
                    <a:moveTo>
                      <a:pt x="620" y="250"/>
                    </a:moveTo>
                    <a:lnTo>
                      <a:pt x="620" y="607"/>
                    </a:lnTo>
                    <a:lnTo>
                      <a:pt x="262" y="607"/>
                    </a:lnTo>
                    <a:lnTo>
                      <a:pt x="262" y="250"/>
                    </a:lnTo>
                    <a:close/>
                    <a:moveTo>
                      <a:pt x="131" y="0"/>
                    </a:moveTo>
                    <a:cubicBezTo>
                      <a:pt x="60" y="0"/>
                      <a:pt x="0" y="60"/>
                      <a:pt x="0" y="131"/>
                    </a:cubicBezTo>
                    <a:lnTo>
                      <a:pt x="0" y="738"/>
                    </a:lnTo>
                    <a:cubicBezTo>
                      <a:pt x="0" y="822"/>
                      <a:pt x="60" y="881"/>
                      <a:pt x="131" y="881"/>
                    </a:cubicBezTo>
                    <a:lnTo>
                      <a:pt x="739" y="881"/>
                    </a:lnTo>
                    <a:cubicBezTo>
                      <a:pt x="822" y="881"/>
                      <a:pt x="881" y="822"/>
                      <a:pt x="881" y="738"/>
                    </a:cubicBezTo>
                    <a:lnTo>
                      <a:pt x="881" y="131"/>
                    </a:lnTo>
                    <a:cubicBezTo>
                      <a:pt x="881" y="60"/>
                      <a:pt x="822" y="0"/>
                      <a:pt x="739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Google Shape;13718;p90">
                <a:extLst>
                  <a:ext uri="{FF2B5EF4-FFF2-40B4-BE49-F238E27FC236}">
                    <a16:creationId xmlns:a16="http://schemas.microsoft.com/office/drawing/2014/main" id="{1C73C70C-25CC-AEC0-230A-D2AE35D23371}"/>
                  </a:ext>
                </a:extLst>
              </p:cNvPr>
              <p:cNvSpPr/>
              <p:nvPr/>
            </p:nvSpPr>
            <p:spPr>
              <a:xfrm>
                <a:off x="4285956" y="3143921"/>
                <a:ext cx="97814" cy="8753"/>
              </a:xfrm>
              <a:custGeom>
                <a:avLst/>
                <a:gdLst/>
                <a:ahLst/>
                <a:cxnLst/>
                <a:rect l="l" t="t" r="r" b="b"/>
                <a:pathLst>
                  <a:path w="3073" h="275" extrusionOk="0">
                    <a:moveTo>
                      <a:pt x="132" y="0"/>
                    </a:moveTo>
                    <a:cubicBezTo>
                      <a:pt x="60" y="0"/>
                      <a:pt x="1" y="60"/>
                      <a:pt x="1" y="131"/>
                    </a:cubicBezTo>
                    <a:cubicBezTo>
                      <a:pt x="1" y="215"/>
                      <a:pt x="60" y="274"/>
                      <a:pt x="132" y="274"/>
                    </a:cubicBezTo>
                    <a:lnTo>
                      <a:pt x="2942" y="274"/>
                    </a:lnTo>
                    <a:cubicBezTo>
                      <a:pt x="3013" y="274"/>
                      <a:pt x="3072" y="215"/>
                      <a:pt x="3072" y="131"/>
                    </a:cubicBezTo>
                    <a:cubicBezTo>
                      <a:pt x="3072" y="60"/>
                      <a:pt x="3013" y="0"/>
                      <a:pt x="2942" y="0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Google Shape;13719;p90">
                <a:extLst>
                  <a:ext uri="{FF2B5EF4-FFF2-40B4-BE49-F238E27FC236}">
                    <a16:creationId xmlns:a16="http://schemas.microsoft.com/office/drawing/2014/main" id="{0F730AC4-58B0-ED97-6F5F-2F702A8BAEA5}"/>
                  </a:ext>
                </a:extLst>
              </p:cNvPr>
              <p:cNvSpPr/>
              <p:nvPr/>
            </p:nvSpPr>
            <p:spPr>
              <a:xfrm>
                <a:off x="4285956" y="3130266"/>
                <a:ext cx="30366" cy="8371"/>
              </a:xfrm>
              <a:custGeom>
                <a:avLst/>
                <a:gdLst/>
                <a:ahLst/>
                <a:cxnLst/>
                <a:rect l="l" t="t" r="r" b="b"/>
                <a:pathLst>
                  <a:path w="954" h="263" extrusionOk="0">
                    <a:moveTo>
                      <a:pt x="132" y="1"/>
                    </a:moveTo>
                    <a:cubicBezTo>
                      <a:pt x="60" y="1"/>
                      <a:pt x="1" y="60"/>
                      <a:pt x="1" y="132"/>
                    </a:cubicBezTo>
                    <a:cubicBezTo>
                      <a:pt x="1" y="215"/>
                      <a:pt x="60" y="263"/>
                      <a:pt x="132" y="263"/>
                    </a:cubicBezTo>
                    <a:lnTo>
                      <a:pt x="810" y="263"/>
                    </a:lnTo>
                    <a:cubicBezTo>
                      <a:pt x="894" y="263"/>
                      <a:pt x="953" y="215"/>
                      <a:pt x="953" y="132"/>
                    </a:cubicBezTo>
                    <a:cubicBezTo>
                      <a:pt x="953" y="60"/>
                      <a:pt x="894" y="1"/>
                      <a:pt x="810" y="1"/>
                    </a:cubicBezTo>
                    <a:close/>
                  </a:path>
                </a:pathLst>
              </a:cu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DB79AF88-E7A2-9D45-080A-F1ADC835FC96}"/>
                </a:ext>
              </a:extLst>
            </p:cNvPr>
            <p:cNvSpPr txBox="1"/>
            <p:nvPr/>
          </p:nvSpPr>
          <p:spPr>
            <a:xfrm>
              <a:off x="776828" y="2336264"/>
              <a:ext cx="18277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fontAlgn="base"/>
              <a:r>
                <a:rPr lang="en-US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Documentation</a:t>
              </a:r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E7051986-D7C8-6129-E698-FFDDDD38DFDE}"/>
              </a:ext>
            </a:extLst>
          </p:cNvPr>
          <p:cNvGrpSpPr/>
          <p:nvPr/>
        </p:nvGrpSpPr>
        <p:grpSpPr>
          <a:xfrm>
            <a:off x="6726508" y="2603628"/>
            <a:ext cx="1845425" cy="2105974"/>
            <a:chOff x="6726508" y="2603628"/>
            <a:chExt cx="1845425" cy="2105974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D8188B3A-43FA-3E28-91EC-B56C2C506794}"/>
                </a:ext>
              </a:extLst>
            </p:cNvPr>
            <p:cNvGrpSpPr/>
            <p:nvPr/>
          </p:nvGrpSpPr>
          <p:grpSpPr>
            <a:xfrm>
              <a:off x="6789520" y="2603628"/>
              <a:ext cx="1598068" cy="518851"/>
              <a:chOff x="6808696" y="3289624"/>
              <a:chExt cx="1598068" cy="518851"/>
            </a:xfrm>
          </p:grpSpPr>
          <p:grpSp>
            <p:nvGrpSpPr>
              <p:cNvPr id="46" name="Google Shape;13597;p90">
                <a:extLst>
                  <a:ext uri="{FF2B5EF4-FFF2-40B4-BE49-F238E27FC236}">
                    <a16:creationId xmlns:a16="http://schemas.microsoft.com/office/drawing/2014/main" id="{520D5A07-3ADA-53B5-194D-8CF4D2B8EDC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6808696" y="3289624"/>
                <a:ext cx="517140" cy="518851"/>
                <a:chOff x="3214972" y="3359188"/>
                <a:chExt cx="346406" cy="347552"/>
              </a:xfrm>
              <a:solidFill>
                <a:srgbClr val="FFC000"/>
              </a:solidFill>
            </p:grpSpPr>
            <p:sp>
              <p:nvSpPr>
                <p:cNvPr id="47" name="Google Shape;13598;p90">
                  <a:extLst>
                    <a:ext uri="{FF2B5EF4-FFF2-40B4-BE49-F238E27FC236}">
                      <a16:creationId xmlns:a16="http://schemas.microsoft.com/office/drawing/2014/main" id="{BBEA199B-F2EB-C78E-7C75-C58C4C562171}"/>
                    </a:ext>
                  </a:extLst>
                </p:cNvPr>
                <p:cNvSpPr/>
                <p:nvPr/>
              </p:nvSpPr>
              <p:spPr>
                <a:xfrm>
                  <a:off x="3301772" y="3386084"/>
                  <a:ext cx="71649" cy="113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51" h="358" extrusionOk="0">
                      <a:moveTo>
                        <a:pt x="179" y="0"/>
                      </a:moveTo>
                      <a:cubicBezTo>
                        <a:pt x="95" y="0"/>
                        <a:pt x="0" y="72"/>
                        <a:pt x="0" y="179"/>
                      </a:cubicBezTo>
                      <a:cubicBezTo>
                        <a:pt x="24" y="286"/>
                        <a:pt x="95" y="358"/>
                        <a:pt x="179" y="358"/>
                      </a:cubicBezTo>
                      <a:lnTo>
                        <a:pt x="2072" y="358"/>
                      </a:lnTo>
                      <a:cubicBezTo>
                        <a:pt x="2167" y="358"/>
                        <a:pt x="2250" y="286"/>
                        <a:pt x="2250" y="179"/>
                      </a:cubicBezTo>
                      <a:cubicBezTo>
                        <a:pt x="2250" y="84"/>
                        <a:pt x="2179" y="0"/>
                        <a:pt x="2072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" name="Google Shape;13599;p90">
                  <a:extLst>
                    <a:ext uri="{FF2B5EF4-FFF2-40B4-BE49-F238E27FC236}">
                      <a16:creationId xmlns:a16="http://schemas.microsoft.com/office/drawing/2014/main" id="{330174D4-55B7-8FE8-CB6E-97CC452E0DEA}"/>
                    </a:ext>
                  </a:extLst>
                </p:cNvPr>
                <p:cNvSpPr/>
                <p:nvPr/>
              </p:nvSpPr>
              <p:spPr>
                <a:xfrm>
                  <a:off x="3301772" y="3410339"/>
                  <a:ext cx="131904" cy="113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44" h="358" extrusionOk="0">
                      <a:moveTo>
                        <a:pt x="179" y="0"/>
                      </a:moveTo>
                      <a:cubicBezTo>
                        <a:pt x="95" y="0"/>
                        <a:pt x="0" y="72"/>
                        <a:pt x="0" y="179"/>
                      </a:cubicBezTo>
                      <a:cubicBezTo>
                        <a:pt x="0" y="286"/>
                        <a:pt x="95" y="358"/>
                        <a:pt x="179" y="358"/>
                      </a:cubicBezTo>
                      <a:lnTo>
                        <a:pt x="3965" y="358"/>
                      </a:lnTo>
                      <a:cubicBezTo>
                        <a:pt x="4048" y="358"/>
                        <a:pt x="4144" y="286"/>
                        <a:pt x="4144" y="179"/>
                      </a:cubicBezTo>
                      <a:cubicBezTo>
                        <a:pt x="4144" y="72"/>
                        <a:pt x="4072" y="0"/>
                        <a:pt x="3965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9" name="Google Shape;13600;p90">
                  <a:extLst>
                    <a:ext uri="{FF2B5EF4-FFF2-40B4-BE49-F238E27FC236}">
                      <a16:creationId xmlns:a16="http://schemas.microsoft.com/office/drawing/2014/main" id="{A10B982F-9910-8119-3FDB-1A6B6C36233F}"/>
                    </a:ext>
                  </a:extLst>
                </p:cNvPr>
                <p:cNvSpPr/>
                <p:nvPr/>
              </p:nvSpPr>
              <p:spPr>
                <a:xfrm>
                  <a:off x="3301772" y="3484980"/>
                  <a:ext cx="71649" cy="114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51" h="359" extrusionOk="0">
                      <a:moveTo>
                        <a:pt x="179" y="1"/>
                      </a:moveTo>
                      <a:cubicBezTo>
                        <a:pt x="95" y="1"/>
                        <a:pt x="0" y="72"/>
                        <a:pt x="0" y="180"/>
                      </a:cubicBezTo>
                      <a:cubicBezTo>
                        <a:pt x="24" y="287"/>
                        <a:pt x="95" y="358"/>
                        <a:pt x="179" y="358"/>
                      </a:cubicBezTo>
                      <a:lnTo>
                        <a:pt x="2072" y="358"/>
                      </a:lnTo>
                      <a:cubicBezTo>
                        <a:pt x="2167" y="358"/>
                        <a:pt x="2250" y="287"/>
                        <a:pt x="2250" y="180"/>
                      </a:cubicBezTo>
                      <a:cubicBezTo>
                        <a:pt x="2250" y="96"/>
                        <a:pt x="2179" y="1"/>
                        <a:pt x="2072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0" name="Google Shape;13601;p90">
                  <a:extLst>
                    <a:ext uri="{FF2B5EF4-FFF2-40B4-BE49-F238E27FC236}">
                      <a16:creationId xmlns:a16="http://schemas.microsoft.com/office/drawing/2014/main" id="{BCA36396-7561-CAEF-2002-83CA0B0859BE}"/>
                    </a:ext>
                  </a:extLst>
                </p:cNvPr>
                <p:cNvSpPr/>
                <p:nvPr/>
              </p:nvSpPr>
              <p:spPr>
                <a:xfrm>
                  <a:off x="3301772" y="3509234"/>
                  <a:ext cx="130758" cy="114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08" h="359" extrusionOk="0">
                      <a:moveTo>
                        <a:pt x="179" y="1"/>
                      </a:moveTo>
                      <a:cubicBezTo>
                        <a:pt x="95" y="1"/>
                        <a:pt x="0" y="72"/>
                        <a:pt x="0" y="180"/>
                      </a:cubicBezTo>
                      <a:cubicBezTo>
                        <a:pt x="24" y="287"/>
                        <a:pt x="95" y="358"/>
                        <a:pt x="179" y="358"/>
                      </a:cubicBezTo>
                      <a:lnTo>
                        <a:pt x="3929" y="358"/>
                      </a:lnTo>
                      <a:cubicBezTo>
                        <a:pt x="4024" y="358"/>
                        <a:pt x="4108" y="287"/>
                        <a:pt x="4108" y="180"/>
                      </a:cubicBezTo>
                      <a:cubicBezTo>
                        <a:pt x="4108" y="84"/>
                        <a:pt x="4036" y="1"/>
                        <a:pt x="3929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" name="Google Shape;13602;p90">
                  <a:extLst>
                    <a:ext uri="{FF2B5EF4-FFF2-40B4-BE49-F238E27FC236}">
                      <a16:creationId xmlns:a16="http://schemas.microsoft.com/office/drawing/2014/main" id="{95A41B34-4B9A-0CE3-F222-D8BEE7A3C7DF}"/>
                    </a:ext>
                  </a:extLst>
                </p:cNvPr>
                <p:cNvSpPr/>
                <p:nvPr/>
              </p:nvSpPr>
              <p:spPr>
                <a:xfrm>
                  <a:off x="3301772" y="3584671"/>
                  <a:ext cx="71649" cy="113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51" h="358" extrusionOk="0">
                      <a:moveTo>
                        <a:pt x="179" y="0"/>
                      </a:moveTo>
                      <a:cubicBezTo>
                        <a:pt x="95" y="0"/>
                        <a:pt x="0" y="72"/>
                        <a:pt x="0" y="179"/>
                      </a:cubicBezTo>
                      <a:cubicBezTo>
                        <a:pt x="24" y="286"/>
                        <a:pt x="95" y="358"/>
                        <a:pt x="179" y="358"/>
                      </a:cubicBezTo>
                      <a:lnTo>
                        <a:pt x="2072" y="358"/>
                      </a:lnTo>
                      <a:cubicBezTo>
                        <a:pt x="2167" y="358"/>
                        <a:pt x="2250" y="286"/>
                        <a:pt x="2250" y="179"/>
                      </a:cubicBezTo>
                      <a:cubicBezTo>
                        <a:pt x="2250" y="84"/>
                        <a:pt x="2179" y="0"/>
                        <a:pt x="2072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" name="Google Shape;13603;p90">
                  <a:extLst>
                    <a:ext uri="{FF2B5EF4-FFF2-40B4-BE49-F238E27FC236}">
                      <a16:creationId xmlns:a16="http://schemas.microsoft.com/office/drawing/2014/main" id="{B2D0D13D-10D3-3553-47CE-09E69E87F795}"/>
                    </a:ext>
                  </a:extLst>
                </p:cNvPr>
                <p:cNvSpPr/>
                <p:nvPr/>
              </p:nvSpPr>
              <p:spPr>
                <a:xfrm>
                  <a:off x="3301772" y="3609308"/>
                  <a:ext cx="129994" cy="113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84" h="358" extrusionOk="0">
                      <a:moveTo>
                        <a:pt x="179" y="0"/>
                      </a:moveTo>
                      <a:cubicBezTo>
                        <a:pt x="95" y="0"/>
                        <a:pt x="0" y="72"/>
                        <a:pt x="0" y="179"/>
                      </a:cubicBezTo>
                      <a:cubicBezTo>
                        <a:pt x="0" y="262"/>
                        <a:pt x="83" y="357"/>
                        <a:pt x="179" y="357"/>
                      </a:cubicBezTo>
                      <a:lnTo>
                        <a:pt x="3905" y="357"/>
                      </a:lnTo>
                      <a:cubicBezTo>
                        <a:pt x="3989" y="357"/>
                        <a:pt x="4084" y="286"/>
                        <a:pt x="4084" y="179"/>
                      </a:cubicBezTo>
                      <a:cubicBezTo>
                        <a:pt x="4084" y="72"/>
                        <a:pt x="3989" y="0"/>
                        <a:pt x="3905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3" name="Google Shape;13604;p90">
                  <a:extLst>
                    <a:ext uri="{FF2B5EF4-FFF2-40B4-BE49-F238E27FC236}">
                      <a16:creationId xmlns:a16="http://schemas.microsoft.com/office/drawing/2014/main" id="{9C5E1238-2F26-9834-BDF4-D962A98387F0}"/>
                    </a:ext>
                  </a:extLst>
                </p:cNvPr>
                <p:cNvSpPr/>
                <p:nvPr/>
              </p:nvSpPr>
              <p:spPr>
                <a:xfrm>
                  <a:off x="3214972" y="3458466"/>
                  <a:ext cx="346406" cy="2482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3" h="7800" extrusionOk="0">
                      <a:moveTo>
                        <a:pt x="8466" y="1417"/>
                      </a:moveTo>
                      <a:cubicBezTo>
                        <a:pt x="9109" y="1417"/>
                        <a:pt x="9657" y="1953"/>
                        <a:pt x="9657" y="2608"/>
                      </a:cubicBezTo>
                      <a:lnTo>
                        <a:pt x="9657" y="2894"/>
                      </a:lnTo>
                      <a:lnTo>
                        <a:pt x="9585" y="2894"/>
                      </a:lnTo>
                      <a:cubicBezTo>
                        <a:pt x="9216" y="2799"/>
                        <a:pt x="9097" y="2322"/>
                        <a:pt x="9097" y="2322"/>
                      </a:cubicBezTo>
                      <a:cubicBezTo>
                        <a:pt x="9085" y="2263"/>
                        <a:pt x="9037" y="2203"/>
                        <a:pt x="8966" y="2191"/>
                      </a:cubicBezTo>
                      <a:cubicBezTo>
                        <a:pt x="8956" y="2189"/>
                        <a:pt x="8946" y="2188"/>
                        <a:pt x="8935" y="2188"/>
                      </a:cubicBezTo>
                      <a:cubicBezTo>
                        <a:pt x="8883" y="2188"/>
                        <a:pt x="8827" y="2213"/>
                        <a:pt x="8787" y="2263"/>
                      </a:cubicBezTo>
                      <a:cubicBezTo>
                        <a:pt x="8335" y="2894"/>
                        <a:pt x="7347" y="2894"/>
                        <a:pt x="7323" y="2894"/>
                      </a:cubicBezTo>
                      <a:lnTo>
                        <a:pt x="7204" y="2894"/>
                      </a:lnTo>
                      <a:lnTo>
                        <a:pt x="7156" y="2608"/>
                      </a:lnTo>
                      <a:cubicBezTo>
                        <a:pt x="7156" y="1953"/>
                        <a:pt x="7692" y="1417"/>
                        <a:pt x="8347" y="1417"/>
                      </a:cubicBezTo>
                      <a:close/>
                      <a:moveTo>
                        <a:pt x="9692" y="3299"/>
                      </a:moveTo>
                      <a:cubicBezTo>
                        <a:pt x="9811" y="3322"/>
                        <a:pt x="9919" y="3430"/>
                        <a:pt x="9919" y="3549"/>
                      </a:cubicBezTo>
                      <a:cubicBezTo>
                        <a:pt x="9919" y="3680"/>
                        <a:pt x="9835" y="3787"/>
                        <a:pt x="9692" y="3799"/>
                      </a:cubicBezTo>
                      <a:lnTo>
                        <a:pt x="9692" y="3299"/>
                      </a:lnTo>
                      <a:close/>
                      <a:moveTo>
                        <a:pt x="7132" y="3299"/>
                      </a:moveTo>
                      <a:lnTo>
                        <a:pt x="7132" y="3811"/>
                      </a:lnTo>
                      <a:cubicBezTo>
                        <a:pt x="7001" y="3799"/>
                        <a:pt x="6918" y="3680"/>
                        <a:pt x="6918" y="3561"/>
                      </a:cubicBezTo>
                      <a:cubicBezTo>
                        <a:pt x="6894" y="3418"/>
                        <a:pt x="7001" y="3310"/>
                        <a:pt x="7132" y="3299"/>
                      </a:cubicBezTo>
                      <a:close/>
                      <a:moveTo>
                        <a:pt x="8835" y="2608"/>
                      </a:moveTo>
                      <a:cubicBezTo>
                        <a:pt x="8918" y="2787"/>
                        <a:pt x="9085" y="3013"/>
                        <a:pt x="9335" y="3120"/>
                      </a:cubicBezTo>
                      <a:lnTo>
                        <a:pt x="9335" y="3846"/>
                      </a:lnTo>
                      <a:cubicBezTo>
                        <a:pt x="9359" y="4287"/>
                        <a:pt x="8978" y="4668"/>
                        <a:pt x="8525" y="4668"/>
                      </a:cubicBezTo>
                      <a:lnTo>
                        <a:pt x="8299" y="4668"/>
                      </a:lnTo>
                      <a:cubicBezTo>
                        <a:pt x="7835" y="4668"/>
                        <a:pt x="7466" y="4287"/>
                        <a:pt x="7466" y="3834"/>
                      </a:cubicBezTo>
                      <a:lnTo>
                        <a:pt x="7466" y="3144"/>
                      </a:lnTo>
                      <a:cubicBezTo>
                        <a:pt x="7763" y="3120"/>
                        <a:pt x="8383" y="3013"/>
                        <a:pt x="8835" y="2608"/>
                      </a:cubicBezTo>
                      <a:close/>
                      <a:moveTo>
                        <a:pt x="8728" y="4989"/>
                      </a:moveTo>
                      <a:lnTo>
                        <a:pt x="8728" y="5215"/>
                      </a:lnTo>
                      <a:lnTo>
                        <a:pt x="8728" y="5227"/>
                      </a:lnTo>
                      <a:lnTo>
                        <a:pt x="8406" y="5573"/>
                      </a:lnTo>
                      <a:lnTo>
                        <a:pt x="8085" y="5251"/>
                      </a:lnTo>
                      <a:lnTo>
                        <a:pt x="8085" y="4989"/>
                      </a:lnTo>
                      <a:cubicBezTo>
                        <a:pt x="8168" y="5001"/>
                        <a:pt x="8240" y="5001"/>
                        <a:pt x="8299" y="5001"/>
                      </a:cubicBezTo>
                      <a:lnTo>
                        <a:pt x="8514" y="5001"/>
                      </a:lnTo>
                      <a:cubicBezTo>
                        <a:pt x="8597" y="5001"/>
                        <a:pt x="8668" y="5001"/>
                        <a:pt x="8728" y="4989"/>
                      </a:cubicBezTo>
                      <a:close/>
                      <a:moveTo>
                        <a:pt x="6573" y="3477"/>
                      </a:moveTo>
                      <a:lnTo>
                        <a:pt x="6573" y="3549"/>
                      </a:lnTo>
                      <a:cubicBezTo>
                        <a:pt x="6573" y="3870"/>
                        <a:pt x="6835" y="4156"/>
                        <a:pt x="7180" y="4156"/>
                      </a:cubicBezTo>
                      <a:cubicBezTo>
                        <a:pt x="7275" y="4465"/>
                        <a:pt x="7478" y="4727"/>
                        <a:pt x="7752" y="4870"/>
                      </a:cubicBezTo>
                      <a:lnTo>
                        <a:pt x="7752" y="5096"/>
                      </a:lnTo>
                      <a:lnTo>
                        <a:pt x="6716" y="5501"/>
                      </a:lnTo>
                      <a:cubicBezTo>
                        <a:pt x="6656" y="5513"/>
                        <a:pt x="6597" y="5537"/>
                        <a:pt x="6525" y="5585"/>
                      </a:cubicBezTo>
                      <a:lnTo>
                        <a:pt x="370" y="5585"/>
                      </a:lnTo>
                      <a:lnTo>
                        <a:pt x="370" y="3477"/>
                      </a:lnTo>
                      <a:close/>
                      <a:moveTo>
                        <a:pt x="179" y="1"/>
                      </a:moveTo>
                      <a:cubicBezTo>
                        <a:pt x="96" y="1"/>
                        <a:pt x="1" y="84"/>
                        <a:pt x="1" y="179"/>
                      </a:cubicBezTo>
                      <a:lnTo>
                        <a:pt x="1" y="2644"/>
                      </a:lnTo>
                      <a:cubicBezTo>
                        <a:pt x="1" y="2727"/>
                        <a:pt x="84" y="2822"/>
                        <a:pt x="179" y="2822"/>
                      </a:cubicBezTo>
                      <a:lnTo>
                        <a:pt x="6811" y="2822"/>
                      </a:lnTo>
                      <a:lnTo>
                        <a:pt x="6811" y="3072"/>
                      </a:lnTo>
                      <a:cubicBezTo>
                        <a:pt x="6775" y="3084"/>
                        <a:pt x="6751" y="3120"/>
                        <a:pt x="6728" y="3144"/>
                      </a:cubicBezTo>
                      <a:lnTo>
                        <a:pt x="179" y="3144"/>
                      </a:lnTo>
                      <a:cubicBezTo>
                        <a:pt x="96" y="3144"/>
                        <a:pt x="1" y="3215"/>
                        <a:pt x="1" y="3322"/>
                      </a:cubicBezTo>
                      <a:lnTo>
                        <a:pt x="1" y="5775"/>
                      </a:lnTo>
                      <a:cubicBezTo>
                        <a:pt x="1" y="5870"/>
                        <a:pt x="84" y="5954"/>
                        <a:pt x="179" y="5954"/>
                      </a:cubicBezTo>
                      <a:lnTo>
                        <a:pt x="6156" y="5954"/>
                      </a:lnTo>
                      <a:cubicBezTo>
                        <a:pt x="6001" y="6156"/>
                        <a:pt x="5894" y="6418"/>
                        <a:pt x="5894" y="6775"/>
                      </a:cubicBezTo>
                      <a:lnTo>
                        <a:pt x="5894" y="7621"/>
                      </a:lnTo>
                      <a:cubicBezTo>
                        <a:pt x="5894" y="7716"/>
                        <a:pt x="5978" y="7799"/>
                        <a:pt x="6085" y="7799"/>
                      </a:cubicBezTo>
                      <a:lnTo>
                        <a:pt x="6728" y="7799"/>
                      </a:lnTo>
                      <a:cubicBezTo>
                        <a:pt x="6823" y="7799"/>
                        <a:pt x="6918" y="7728"/>
                        <a:pt x="6918" y="7621"/>
                      </a:cubicBezTo>
                      <a:cubicBezTo>
                        <a:pt x="6918" y="7537"/>
                        <a:pt x="6835" y="7442"/>
                        <a:pt x="6728" y="7442"/>
                      </a:cubicBezTo>
                      <a:lnTo>
                        <a:pt x="6251" y="7442"/>
                      </a:lnTo>
                      <a:lnTo>
                        <a:pt x="6251" y="6763"/>
                      </a:lnTo>
                      <a:cubicBezTo>
                        <a:pt x="6251" y="6049"/>
                        <a:pt x="6823" y="5835"/>
                        <a:pt x="6835" y="5835"/>
                      </a:cubicBezTo>
                      <a:lnTo>
                        <a:pt x="6847" y="5835"/>
                      </a:lnTo>
                      <a:lnTo>
                        <a:pt x="7787" y="5466"/>
                      </a:lnTo>
                      <a:lnTo>
                        <a:pt x="7799" y="5477"/>
                      </a:lnTo>
                      <a:lnTo>
                        <a:pt x="8299" y="5954"/>
                      </a:lnTo>
                      <a:cubicBezTo>
                        <a:pt x="8323" y="5989"/>
                        <a:pt x="8371" y="6001"/>
                        <a:pt x="8418" y="6001"/>
                      </a:cubicBezTo>
                      <a:cubicBezTo>
                        <a:pt x="8454" y="6001"/>
                        <a:pt x="8502" y="5989"/>
                        <a:pt x="8537" y="5942"/>
                      </a:cubicBezTo>
                      <a:lnTo>
                        <a:pt x="9014" y="5442"/>
                      </a:lnTo>
                      <a:lnTo>
                        <a:pt x="9942" y="5811"/>
                      </a:lnTo>
                      <a:lnTo>
                        <a:pt x="9966" y="5811"/>
                      </a:lnTo>
                      <a:cubicBezTo>
                        <a:pt x="9990" y="5823"/>
                        <a:pt x="10538" y="6013"/>
                        <a:pt x="10538" y="6728"/>
                      </a:cubicBezTo>
                      <a:lnTo>
                        <a:pt x="10538" y="7418"/>
                      </a:lnTo>
                      <a:lnTo>
                        <a:pt x="7263" y="7418"/>
                      </a:lnTo>
                      <a:cubicBezTo>
                        <a:pt x="7180" y="7418"/>
                        <a:pt x="7085" y="7490"/>
                        <a:pt x="7085" y="7597"/>
                      </a:cubicBezTo>
                      <a:cubicBezTo>
                        <a:pt x="7085" y="7680"/>
                        <a:pt x="7168" y="7775"/>
                        <a:pt x="7263" y="7775"/>
                      </a:cubicBezTo>
                      <a:lnTo>
                        <a:pt x="10704" y="7775"/>
                      </a:lnTo>
                      <a:cubicBezTo>
                        <a:pt x="10800" y="7775"/>
                        <a:pt x="10883" y="7704"/>
                        <a:pt x="10883" y="7597"/>
                      </a:cubicBezTo>
                      <a:lnTo>
                        <a:pt x="10883" y="6751"/>
                      </a:lnTo>
                      <a:cubicBezTo>
                        <a:pt x="10883" y="5977"/>
                        <a:pt x="10371" y="5585"/>
                        <a:pt x="10073" y="5477"/>
                      </a:cubicBezTo>
                      <a:lnTo>
                        <a:pt x="9073" y="5085"/>
                      </a:lnTo>
                      <a:lnTo>
                        <a:pt x="9073" y="4870"/>
                      </a:lnTo>
                      <a:cubicBezTo>
                        <a:pt x="9335" y="4727"/>
                        <a:pt x="9549" y="4465"/>
                        <a:pt x="9633" y="4156"/>
                      </a:cubicBezTo>
                      <a:cubicBezTo>
                        <a:pt x="9966" y="4156"/>
                        <a:pt x="10252" y="3894"/>
                        <a:pt x="10252" y="3549"/>
                      </a:cubicBezTo>
                      <a:cubicBezTo>
                        <a:pt x="10252" y="3358"/>
                        <a:pt x="10145" y="3180"/>
                        <a:pt x="9990" y="3060"/>
                      </a:cubicBezTo>
                      <a:lnTo>
                        <a:pt x="9990" y="2596"/>
                      </a:lnTo>
                      <a:cubicBezTo>
                        <a:pt x="9990" y="1751"/>
                        <a:pt x="9311" y="1060"/>
                        <a:pt x="8466" y="1060"/>
                      </a:cubicBezTo>
                      <a:lnTo>
                        <a:pt x="8347" y="1060"/>
                      </a:lnTo>
                      <a:cubicBezTo>
                        <a:pt x="8204" y="1060"/>
                        <a:pt x="8085" y="1072"/>
                        <a:pt x="7966" y="1108"/>
                      </a:cubicBezTo>
                      <a:lnTo>
                        <a:pt x="7966" y="179"/>
                      </a:lnTo>
                      <a:cubicBezTo>
                        <a:pt x="7966" y="96"/>
                        <a:pt x="7894" y="1"/>
                        <a:pt x="7787" y="1"/>
                      </a:cubicBezTo>
                      <a:lnTo>
                        <a:pt x="7287" y="1"/>
                      </a:lnTo>
                      <a:cubicBezTo>
                        <a:pt x="7192" y="1"/>
                        <a:pt x="7109" y="84"/>
                        <a:pt x="7109" y="179"/>
                      </a:cubicBezTo>
                      <a:cubicBezTo>
                        <a:pt x="7109" y="286"/>
                        <a:pt x="7180" y="358"/>
                        <a:pt x="7287" y="358"/>
                      </a:cubicBezTo>
                      <a:lnTo>
                        <a:pt x="7621" y="358"/>
                      </a:lnTo>
                      <a:lnTo>
                        <a:pt x="7621" y="1251"/>
                      </a:lnTo>
                      <a:cubicBezTo>
                        <a:pt x="7180" y="1489"/>
                        <a:pt x="6847" y="1941"/>
                        <a:pt x="6811" y="2477"/>
                      </a:cubicBezTo>
                      <a:lnTo>
                        <a:pt x="346" y="2477"/>
                      </a:lnTo>
                      <a:lnTo>
                        <a:pt x="346" y="358"/>
                      </a:lnTo>
                      <a:lnTo>
                        <a:pt x="6716" y="358"/>
                      </a:lnTo>
                      <a:cubicBezTo>
                        <a:pt x="6811" y="358"/>
                        <a:pt x="6894" y="286"/>
                        <a:pt x="6894" y="179"/>
                      </a:cubicBezTo>
                      <a:cubicBezTo>
                        <a:pt x="6894" y="96"/>
                        <a:pt x="6823" y="1"/>
                        <a:pt x="6716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dirty="0"/>
                </a:p>
              </p:txBody>
            </p:sp>
            <p:sp>
              <p:nvSpPr>
                <p:cNvPr id="54" name="Google Shape;13605;p90">
                  <a:extLst>
                    <a:ext uri="{FF2B5EF4-FFF2-40B4-BE49-F238E27FC236}">
                      <a16:creationId xmlns:a16="http://schemas.microsoft.com/office/drawing/2014/main" id="{3A22CC36-CEAC-7293-357C-C2FEC79DE0BB}"/>
                    </a:ext>
                  </a:extLst>
                </p:cNvPr>
                <p:cNvSpPr/>
                <p:nvPr/>
              </p:nvSpPr>
              <p:spPr>
                <a:xfrm>
                  <a:off x="3238462" y="3380005"/>
                  <a:ext cx="49305" cy="474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49" h="1490" extrusionOk="0">
                      <a:moveTo>
                        <a:pt x="179" y="1"/>
                      </a:moveTo>
                      <a:cubicBezTo>
                        <a:pt x="84" y="1"/>
                        <a:pt x="1" y="72"/>
                        <a:pt x="1" y="180"/>
                      </a:cubicBezTo>
                      <a:lnTo>
                        <a:pt x="1" y="1311"/>
                      </a:lnTo>
                      <a:cubicBezTo>
                        <a:pt x="1" y="1394"/>
                        <a:pt x="72" y="1489"/>
                        <a:pt x="179" y="1489"/>
                      </a:cubicBezTo>
                      <a:lnTo>
                        <a:pt x="1370" y="1489"/>
                      </a:lnTo>
                      <a:cubicBezTo>
                        <a:pt x="1453" y="1489"/>
                        <a:pt x="1549" y="1418"/>
                        <a:pt x="1549" y="1311"/>
                      </a:cubicBezTo>
                      <a:lnTo>
                        <a:pt x="1549" y="1001"/>
                      </a:lnTo>
                      <a:cubicBezTo>
                        <a:pt x="1549" y="906"/>
                        <a:pt x="1477" y="811"/>
                        <a:pt x="1370" y="811"/>
                      </a:cubicBezTo>
                      <a:cubicBezTo>
                        <a:pt x="1275" y="811"/>
                        <a:pt x="1191" y="894"/>
                        <a:pt x="1191" y="1001"/>
                      </a:cubicBezTo>
                      <a:lnTo>
                        <a:pt x="1191" y="1132"/>
                      </a:lnTo>
                      <a:lnTo>
                        <a:pt x="334" y="1132"/>
                      </a:lnTo>
                      <a:lnTo>
                        <a:pt x="334" y="346"/>
                      </a:lnTo>
                      <a:lnTo>
                        <a:pt x="1037" y="346"/>
                      </a:lnTo>
                      <a:lnTo>
                        <a:pt x="1037" y="358"/>
                      </a:lnTo>
                      <a:cubicBezTo>
                        <a:pt x="1132" y="358"/>
                        <a:pt x="1215" y="287"/>
                        <a:pt x="1215" y="180"/>
                      </a:cubicBezTo>
                      <a:cubicBezTo>
                        <a:pt x="1215" y="84"/>
                        <a:pt x="1144" y="1"/>
                        <a:pt x="103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" name="Google Shape;13606;p90">
                  <a:extLst>
                    <a:ext uri="{FF2B5EF4-FFF2-40B4-BE49-F238E27FC236}">
                      <a16:creationId xmlns:a16="http://schemas.microsoft.com/office/drawing/2014/main" id="{395E6CFF-DCD6-05CA-A30B-8646C9009EE2}"/>
                    </a:ext>
                  </a:extLst>
                </p:cNvPr>
                <p:cNvSpPr/>
                <p:nvPr/>
              </p:nvSpPr>
              <p:spPr>
                <a:xfrm>
                  <a:off x="3251353" y="3380482"/>
                  <a:ext cx="43607" cy="340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0" h="1070" extrusionOk="0">
                      <a:moveTo>
                        <a:pt x="1163" y="1"/>
                      </a:moveTo>
                      <a:cubicBezTo>
                        <a:pt x="1120" y="1"/>
                        <a:pt x="1078" y="16"/>
                        <a:pt x="1048" y="45"/>
                      </a:cubicBezTo>
                      <a:lnTo>
                        <a:pt x="489" y="653"/>
                      </a:lnTo>
                      <a:lnTo>
                        <a:pt x="310" y="462"/>
                      </a:lnTo>
                      <a:cubicBezTo>
                        <a:pt x="279" y="425"/>
                        <a:pt x="232" y="407"/>
                        <a:pt x="185" y="407"/>
                      </a:cubicBezTo>
                      <a:cubicBezTo>
                        <a:pt x="142" y="407"/>
                        <a:pt x="100" y="422"/>
                        <a:pt x="72" y="450"/>
                      </a:cubicBezTo>
                      <a:cubicBezTo>
                        <a:pt x="1" y="510"/>
                        <a:pt x="1" y="629"/>
                        <a:pt x="60" y="688"/>
                      </a:cubicBezTo>
                      <a:lnTo>
                        <a:pt x="358" y="1010"/>
                      </a:lnTo>
                      <a:cubicBezTo>
                        <a:pt x="382" y="1046"/>
                        <a:pt x="429" y="1069"/>
                        <a:pt x="477" y="1069"/>
                      </a:cubicBezTo>
                      <a:cubicBezTo>
                        <a:pt x="513" y="1069"/>
                        <a:pt x="560" y="1058"/>
                        <a:pt x="584" y="1010"/>
                      </a:cubicBezTo>
                      <a:lnTo>
                        <a:pt x="1286" y="272"/>
                      </a:lnTo>
                      <a:cubicBezTo>
                        <a:pt x="1370" y="224"/>
                        <a:pt x="1370" y="117"/>
                        <a:pt x="1286" y="45"/>
                      </a:cubicBezTo>
                      <a:cubicBezTo>
                        <a:pt x="1251" y="16"/>
                        <a:pt x="1206" y="1"/>
                        <a:pt x="1163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6" name="Google Shape;13607;p90">
                  <a:extLst>
                    <a:ext uri="{FF2B5EF4-FFF2-40B4-BE49-F238E27FC236}">
                      <a16:creationId xmlns:a16="http://schemas.microsoft.com/office/drawing/2014/main" id="{2CB537CA-CE77-4A0A-F1F0-943F16467474}"/>
                    </a:ext>
                  </a:extLst>
                </p:cNvPr>
                <p:cNvSpPr/>
                <p:nvPr/>
              </p:nvSpPr>
              <p:spPr>
                <a:xfrm>
                  <a:off x="3238462" y="3479314"/>
                  <a:ext cx="49305" cy="473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49" h="1489" extrusionOk="0">
                      <a:moveTo>
                        <a:pt x="179" y="0"/>
                      </a:moveTo>
                      <a:cubicBezTo>
                        <a:pt x="84" y="0"/>
                        <a:pt x="1" y="84"/>
                        <a:pt x="1" y="179"/>
                      </a:cubicBezTo>
                      <a:lnTo>
                        <a:pt x="1" y="1310"/>
                      </a:lnTo>
                      <a:cubicBezTo>
                        <a:pt x="1" y="1405"/>
                        <a:pt x="72" y="1489"/>
                        <a:pt x="179" y="1489"/>
                      </a:cubicBezTo>
                      <a:lnTo>
                        <a:pt x="1370" y="1489"/>
                      </a:lnTo>
                      <a:cubicBezTo>
                        <a:pt x="1453" y="1489"/>
                        <a:pt x="1549" y="1417"/>
                        <a:pt x="1549" y="1310"/>
                      </a:cubicBezTo>
                      <a:lnTo>
                        <a:pt x="1549" y="1001"/>
                      </a:lnTo>
                      <a:cubicBezTo>
                        <a:pt x="1549" y="917"/>
                        <a:pt x="1477" y="822"/>
                        <a:pt x="1370" y="822"/>
                      </a:cubicBezTo>
                      <a:cubicBezTo>
                        <a:pt x="1275" y="822"/>
                        <a:pt x="1191" y="893"/>
                        <a:pt x="1191" y="1001"/>
                      </a:cubicBezTo>
                      <a:lnTo>
                        <a:pt x="1191" y="1131"/>
                      </a:lnTo>
                      <a:lnTo>
                        <a:pt x="334" y="1131"/>
                      </a:lnTo>
                      <a:lnTo>
                        <a:pt x="334" y="346"/>
                      </a:lnTo>
                      <a:lnTo>
                        <a:pt x="1037" y="358"/>
                      </a:lnTo>
                      <a:cubicBezTo>
                        <a:pt x="1132" y="358"/>
                        <a:pt x="1215" y="286"/>
                        <a:pt x="1215" y="179"/>
                      </a:cubicBezTo>
                      <a:cubicBezTo>
                        <a:pt x="1215" y="96"/>
                        <a:pt x="1144" y="0"/>
                        <a:pt x="1037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7" name="Google Shape;13608;p90">
                  <a:extLst>
                    <a:ext uri="{FF2B5EF4-FFF2-40B4-BE49-F238E27FC236}">
                      <a16:creationId xmlns:a16="http://schemas.microsoft.com/office/drawing/2014/main" id="{BE5169EB-FA6C-7F81-FFD6-BA8F13424D91}"/>
                    </a:ext>
                  </a:extLst>
                </p:cNvPr>
                <p:cNvSpPr/>
                <p:nvPr/>
              </p:nvSpPr>
              <p:spPr>
                <a:xfrm>
                  <a:off x="3251353" y="3479792"/>
                  <a:ext cx="43607" cy="344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0" h="1081" extrusionOk="0">
                      <a:moveTo>
                        <a:pt x="1163" y="0"/>
                      </a:moveTo>
                      <a:cubicBezTo>
                        <a:pt x="1120" y="0"/>
                        <a:pt x="1078" y="15"/>
                        <a:pt x="1048" y="45"/>
                      </a:cubicBezTo>
                      <a:lnTo>
                        <a:pt x="489" y="664"/>
                      </a:lnTo>
                      <a:lnTo>
                        <a:pt x="310" y="462"/>
                      </a:lnTo>
                      <a:cubicBezTo>
                        <a:pt x="279" y="424"/>
                        <a:pt x="232" y="406"/>
                        <a:pt x="185" y="406"/>
                      </a:cubicBezTo>
                      <a:cubicBezTo>
                        <a:pt x="142" y="406"/>
                        <a:pt x="100" y="421"/>
                        <a:pt x="72" y="450"/>
                      </a:cubicBezTo>
                      <a:cubicBezTo>
                        <a:pt x="1" y="509"/>
                        <a:pt x="1" y="628"/>
                        <a:pt x="60" y="688"/>
                      </a:cubicBezTo>
                      <a:lnTo>
                        <a:pt x="358" y="1021"/>
                      </a:lnTo>
                      <a:cubicBezTo>
                        <a:pt x="382" y="1045"/>
                        <a:pt x="429" y="1081"/>
                        <a:pt x="477" y="1081"/>
                      </a:cubicBezTo>
                      <a:cubicBezTo>
                        <a:pt x="513" y="1081"/>
                        <a:pt x="560" y="1057"/>
                        <a:pt x="584" y="1021"/>
                      </a:cubicBezTo>
                      <a:lnTo>
                        <a:pt x="1286" y="271"/>
                      </a:lnTo>
                      <a:cubicBezTo>
                        <a:pt x="1370" y="212"/>
                        <a:pt x="1370" y="104"/>
                        <a:pt x="1286" y="45"/>
                      </a:cubicBezTo>
                      <a:cubicBezTo>
                        <a:pt x="1251" y="15"/>
                        <a:pt x="1206" y="0"/>
                        <a:pt x="1163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8" name="Google Shape;13609;p90">
                  <a:extLst>
                    <a:ext uri="{FF2B5EF4-FFF2-40B4-BE49-F238E27FC236}">
                      <a16:creationId xmlns:a16="http://schemas.microsoft.com/office/drawing/2014/main" id="{27E7F15F-BE8C-2379-C4A9-3C4C216880CA}"/>
                    </a:ext>
                  </a:extLst>
                </p:cNvPr>
                <p:cNvSpPr/>
                <p:nvPr/>
              </p:nvSpPr>
              <p:spPr>
                <a:xfrm>
                  <a:off x="3238462" y="3578210"/>
                  <a:ext cx="49305" cy="478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49" h="1502" extrusionOk="0">
                      <a:moveTo>
                        <a:pt x="179" y="1"/>
                      </a:moveTo>
                      <a:cubicBezTo>
                        <a:pt x="84" y="1"/>
                        <a:pt x="1" y="84"/>
                        <a:pt x="1" y="191"/>
                      </a:cubicBezTo>
                      <a:lnTo>
                        <a:pt x="1" y="1323"/>
                      </a:lnTo>
                      <a:cubicBezTo>
                        <a:pt x="1" y="1406"/>
                        <a:pt x="72" y="1501"/>
                        <a:pt x="179" y="1501"/>
                      </a:cubicBezTo>
                      <a:lnTo>
                        <a:pt x="1370" y="1501"/>
                      </a:lnTo>
                      <a:cubicBezTo>
                        <a:pt x="1453" y="1501"/>
                        <a:pt x="1549" y="1418"/>
                        <a:pt x="1549" y="1323"/>
                      </a:cubicBezTo>
                      <a:lnTo>
                        <a:pt x="1549" y="1001"/>
                      </a:lnTo>
                      <a:cubicBezTo>
                        <a:pt x="1537" y="930"/>
                        <a:pt x="1453" y="858"/>
                        <a:pt x="1370" y="858"/>
                      </a:cubicBezTo>
                      <a:cubicBezTo>
                        <a:pt x="1275" y="858"/>
                        <a:pt x="1191" y="930"/>
                        <a:pt x="1191" y="1037"/>
                      </a:cubicBezTo>
                      <a:lnTo>
                        <a:pt x="1191" y="1168"/>
                      </a:lnTo>
                      <a:lnTo>
                        <a:pt x="334" y="1168"/>
                      </a:lnTo>
                      <a:lnTo>
                        <a:pt x="334" y="370"/>
                      </a:lnTo>
                      <a:lnTo>
                        <a:pt x="1037" y="370"/>
                      </a:lnTo>
                      <a:cubicBezTo>
                        <a:pt x="1132" y="370"/>
                        <a:pt x="1215" y="287"/>
                        <a:pt x="1215" y="191"/>
                      </a:cubicBezTo>
                      <a:cubicBezTo>
                        <a:pt x="1215" y="96"/>
                        <a:pt x="1144" y="1"/>
                        <a:pt x="103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9" name="Google Shape;13610;p90">
                  <a:extLst>
                    <a:ext uri="{FF2B5EF4-FFF2-40B4-BE49-F238E27FC236}">
                      <a16:creationId xmlns:a16="http://schemas.microsoft.com/office/drawing/2014/main" id="{3F6BD3F1-21DF-3C77-ECF5-313EB798614A}"/>
                    </a:ext>
                  </a:extLst>
                </p:cNvPr>
                <p:cNvSpPr/>
                <p:nvPr/>
              </p:nvSpPr>
              <p:spPr>
                <a:xfrm>
                  <a:off x="3251353" y="3579133"/>
                  <a:ext cx="42843" cy="343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46" h="1080" extrusionOk="0">
                      <a:moveTo>
                        <a:pt x="1169" y="0"/>
                      </a:moveTo>
                      <a:cubicBezTo>
                        <a:pt x="1124" y="0"/>
                        <a:pt x="1079" y="18"/>
                        <a:pt x="1048" y="55"/>
                      </a:cubicBezTo>
                      <a:lnTo>
                        <a:pt x="489" y="662"/>
                      </a:lnTo>
                      <a:lnTo>
                        <a:pt x="310" y="472"/>
                      </a:lnTo>
                      <a:cubicBezTo>
                        <a:pt x="279" y="435"/>
                        <a:pt x="232" y="417"/>
                        <a:pt x="185" y="417"/>
                      </a:cubicBezTo>
                      <a:cubicBezTo>
                        <a:pt x="142" y="417"/>
                        <a:pt x="100" y="432"/>
                        <a:pt x="72" y="460"/>
                      </a:cubicBezTo>
                      <a:cubicBezTo>
                        <a:pt x="1" y="520"/>
                        <a:pt x="1" y="639"/>
                        <a:pt x="60" y="698"/>
                      </a:cubicBezTo>
                      <a:lnTo>
                        <a:pt x="358" y="1020"/>
                      </a:lnTo>
                      <a:cubicBezTo>
                        <a:pt x="382" y="1055"/>
                        <a:pt x="429" y="1079"/>
                        <a:pt x="477" y="1079"/>
                      </a:cubicBezTo>
                      <a:cubicBezTo>
                        <a:pt x="513" y="1079"/>
                        <a:pt x="560" y="1067"/>
                        <a:pt x="584" y="1020"/>
                      </a:cubicBezTo>
                      <a:lnTo>
                        <a:pt x="1286" y="281"/>
                      </a:lnTo>
                      <a:cubicBezTo>
                        <a:pt x="1346" y="198"/>
                        <a:pt x="1346" y="103"/>
                        <a:pt x="1286" y="43"/>
                      </a:cubicBezTo>
                      <a:cubicBezTo>
                        <a:pt x="1252" y="15"/>
                        <a:pt x="1210" y="0"/>
                        <a:pt x="116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0" name="Google Shape;13611;p90">
                  <a:extLst>
                    <a:ext uri="{FF2B5EF4-FFF2-40B4-BE49-F238E27FC236}">
                      <a16:creationId xmlns:a16="http://schemas.microsoft.com/office/drawing/2014/main" id="{5092C678-F0E0-1310-F8EF-A2B602526C2A}"/>
                    </a:ext>
                  </a:extLst>
                </p:cNvPr>
                <p:cNvSpPr/>
                <p:nvPr/>
              </p:nvSpPr>
              <p:spPr>
                <a:xfrm>
                  <a:off x="3215736" y="3359188"/>
                  <a:ext cx="253558" cy="894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66" h="2810" extrusionOk="0">
                      <a:moveTo>
                        <a:pt x="179" y="0"/>
                      </a:moveTo>
                      <a:cubicBezTo>
                        <a:pt x="84" y="0"/>
                        <a:pt x="0" y="72"/>
                        <a:pt x="0" y="179"/>
                      </a:cubicBezTo>
                      <a:lnTo>
                        <a:pt x="0" y="2631"/>
                      </a:lnTo>
                      <a:cubicBezTo>
                        <a:pt x="0" y="2739"/>
                        <a:pt x="72" y="2810"/>
                        <a:pt x="167" y="2810"/>
                      </a:cubicBezTo>
                      <a:lnTo>
                        <a:pt x="7787" y="2810"/>
                      </a:lnTo>
                      <a:cubicBezTo>
                        <a:pt x="7870" y="2810"/>
                        <a:pt x="7966" y="2739"/>
                        <a:pt x="7966" y="2631"/>
                      </a:cubicBezTo>
                      <a:lnTo>
                        <a:pt x="7966" y="179"/>
                      </a:lnTo>
                      <a:cubicBezTo>
                        <a:pt x="7966" y="83"/>
                        <a:pt x="7882" y="0"/>
                        <a:pt x="7787" y="0"/>
                      </a:cubicBezTo>
                      <a:lnTo>
                        <a:pt x="7275" y="0"/>
                      </a:lnTo>
                      <a:cubicBezTo>
                        <a:pt x="7192" y="0"/>
                        <a:pt x="7097" y="72"/>
                        <a:pt x="7097" y="179"/>
                      </a:cubicBezTo>
                      <a:cubicBezTo>
                        <a:pt x="7097" y="262"/>
                        <a:pt x="7168" y="357"/>
                        <a:pt x="7275" y="357"/>
                      </a:cubicBezTo>
                      <a:lnTo>
                        <a:pt x="7620" y="357"/>
                      </a:lnTo>
                      <a:lnTo>
                        <a:pt x="7620" y="2465"/>
                      </a:lnTo>
                      <a:lnTo>
                        <a:pt x="346" y="2465"/>
                      </a:lnTo>
                      <a:lnTo>
                        <a:pt x="346" y="357"/>
                      </a:lnTo>
                      <a:lnTo>
                        <a:pt x="6716" y="357"/>
                      </a:lnTo>
                      <a:cubicBezTo>
                        <a:pt x="6799" y="357"/>
                        <a:pt x="6894" y="286"/>
                        <a:pt x="6894" y="179"/>
                      </a:cubicBezTo>
                      <a:cubicBezTo>
                        <a:pt x="6894" y="83"/>
                        <a:pt x="6811" y="0"/>
                        <a:pt x="6716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649F9DE5-06B1-63C8-1E15-579E6D98F62E}"/>
                  </a:ext>
                </a:extLst>
              </p:cNvPr>
              <p:cNvSpPr txBox="1"/>
              <p:nvPr/>
            </p:nvSpPr>
            <p:spPr>
              <a:xfrm>
                <a:off x="7334034" y="3329776"/>
                <a:ext cx="10727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fontAlgn="base"/>
                <a:r>
                  <a:rPr lang="en-US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AI Policy</a:t>
                </a:r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8A5E6E90-B363-BE79-AA98-3FDC5851AF50}"/>
                </a:ext>
              </a:extLst>
            </p:cNvPr>
            <p:cNvGrpSpPr/>
            <p:nvPr/>
          </p:nvGrpSpPr>
          <p:grpSpPr>
            <a:xfrm>
              <a:off x="6739475" y="4100440"/>
              <a:ext cx="1768092" cy="609162"/>
              <a:chOff x="6739475" y="4100440"/>
              <a:chExt cx="1768092" cy="609162"/>
            </a:xfrm>
          </p:grpSpPr>
          <p:grpSp>
            <p:nvGrpSpPr>
              <p:cNvPr id="61" name="Google Shape;14072;p90">
                <a:extLst>
                  <a:ext uri="{FF2B5EF4-FFF2-40B4-BE49-F238E27FC236}">
                    <a16:creationId xmlns:a16="http://schemas.microsoft.com/office/drawing/2014/main" id="{45A3C04E-B49D-CF28-B246-45D5B6958AB6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6739475" y="4100440"/>
                <a:ext cx="552717" cy="609162"/>
                <a:chOff x="4212426" y="1502384"/>
                <a:chExt cx="321037" cy="353822"/>
              </a:xfrm>
              <a:solidFill>
                <a:schemeClr val="accent5">
                  <a:lumMod val="40000"/>
                  <a:lumOff val="60000"/>
                </a:schemeClr>
              </a:solidFill>
            </p:grpSpPr>
            <p:sp>
              <p:nvSpPr>
                <p:cNvPr id="62" name="Google Shape;14073;p90">
                  <a:extLst>
                    <a:ext uri="{FF2B5EF4-FFF2-40B4-BE49-F238E27FC236}">
                      <a16:creationId xmlns:a16="http://schemas.microsoft.com/office/drawing/2014/main" id="{DD5E0A1B-A144-CF39-6390-1EEB119A8255}"/>
                    </a:ext>
                  </a:extLst>
                </p:cNvPr>
                <p:cNvSpPr/>
                <p:nvPr/>
              </p:nvSpPr>
              <p:spPr>
                <a:xfrm>
                  <a:off x="4310592" y="1585938"/>
                  <a:ext cx="125092" cy="163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30" h="5121" extrusionOk="0">
                      <a:moveTo>
                        <a:pt x="1941" y="310"/>
                      </a:moveTo>
                      <a:cubicBezTo>
                        <a:pt x="2227" y="310"/>
                        <a:pt x="2477" y="489"/>
                        <a:pt x="2584" y="751"/>
                      </a:cubicBezTo>
                      <a:cubicBezTo>
                        <a:pt x="2620" y="834"/>
                        <a:pt x="2644" y="930"/>
                        <a:pt x="2644" y="1013"/>
                      </a:cubicBezTo>
                      <a:lnTo>
                        <a:pt x="2644" y="1192"/>
                      </a:lnTo>
                      <a:cubicBezTo>
                        <a:pt x="2370" y="1096"/>
                        <a:pt x="2275" y="834"/>
                        <a:pt x="2251" y="822"/>
                      </a:cubicBezTo>
                      <a:cubicBezTo>
                        <a:pt x="2227" y="763"/>
                        <a:pt x="2179" y="715"/>
                        <a:pt x="2108" y="715"/>
                      </a:cubicBezTo>
                      <a:cubicBezTo>
                        <a:pt x="2048" y="715"/>
                        <a:pt x="1989" y="751"/>
                        <a:pt x="1953" y="811"/>
                      </a:cubicBezTo>
                      <a:cubicBezTo>
                        <a:pt x="1953" y="811"/>
                        <a:pt x="1763" y="1168"/>
                        <a:pt x="1239" y="1227"/>
                      </a:cubicBezTo>
                      <a:lnTo>
                        <a:pt x="1239" y="1025"/>
                      </a:lnTo>
                      <a:cubicBezTo>
                        <a:pt x="1263" y="930"/>
                        <a:pt x="1275" y="834"/>
                        <a:pt x="1310" y="751"/>
                      </a:cubicBezTo>
                      <a:cubicBezTo>
                        <a:pt x="1406" y="489"/>
                        <a:pt x="1667" y="310"/>
                        <a:pt x="1941" y="310"/>
                      </a:cubicBezTo>
                      <a:close/>
                      <a:moveTo>
                        <a:pt x="2108" y="1180"/>
                      </a:moveTo>
                      <a:cubicBezTo>
                        <a:pt x="2215" y="1322"/>
                        <a:pt x="2394" y="1489"/>
                        <a:pt x="2656" y="1549"/>
                      </a:cubicBezTo>
                      <a:lnTo>
                        <a:pt x="2656" y="1775"/>
                      </a:lnTo>
                      <a:cubicBezTo>
                        <a:pt x="2656" y="2144"/>
                        <a:pt x="2358" y="2454"/>
                        <a:pt x="1989" y="2477"/>
                      </a:cubicBezTo>
                      <a:lnTo>
                        <a:pt x="1929" y="2477"/>
                      </a:lnTo>
                      <a:cubicBezTo>
                        <a:pt x="1560" y="2442"/>
                        <a:pt x="1263" y="2144"/>
                        <a:pt x="1263" y="1763"/>
                      </a:cubicBezTo>
                      <a:lnTo>
                        <a:pt x="1263" y="1549"/>
                      </a:lnTo>
                      <a:cubicBezTo>
                        <a:pt x="1679" y="1501"/>
                        <a:pt x="1941" y="1322"/>
                        <a:pt x="2108" y="1180"/>
                      </a:cubicBezTo>
                      <a:close/>
                      <a:moveTo>
                        <a:pt x="2132" y="2799"/>
                      </a:moveTo>
                      <a:lnTo>
                        <a:pt x="2048" y="2966"/>
                      </a:lnTo>
                      <a:lnTo>
                        <a:pt x="1846" y="2966"/>
                      </a:lnTo>
                      <a:lnTo>
                        <a:pt x="1751" y="2799"/>
                      </a:lnTo>
                      <a:close/>
                      <a:moveTo>
                        <a:pt x="2025" y="3287"/>
                      </a:moveTo>
                      <a:lnTo>
                        <a:pt x="2215" y="4109"/>
                      </a:lnTo>
                      <a:lnTo>
                        <a:pt x="1941" y="4347"/>
                      </a:lnTo>
                      <a:lnTo>
                        <a:pt x="1679" y="4109"/>
                      </a:lnTo>
                      <a:lnTo>
                        <a:pt x="1870" y="3287"/>
                      </a:lnTo>
                      <a:close/>
                      <a:moveTo>
                        <a:pt x="2453" y="2870"/>
                      </a:moveTo>
                      <a:cubicBezTo>
                        <a:pt x="2668" y="2954"/>
                        <a:pt x="2894" y="3085"/>
                        <a:pt x="3072" y="3263"/>
                      </a:cubicBezTo>
                      <a:cubicBezTo>
                        <a:pt x="3394" y="3561"/>
                        <a:pt x="3561" y="3966"/>
                        <a:pt x="3561" y="4359"/>
                      </a:cubicBezTo>
                      <a:lnTo>
                        <a:pt x="3596" y="4775"/>
                      </a:lnTo>
                      <a:lnTo>
                        <a:pt x="322" y="4775"/>
                      </a:lnTo>
                      <a:lnTo>
                        <a:pt x="322" y="4359"/>
                      </a:lnTo>
                      <a:cubicBezTo>
                        <a:pt x="322" y="3942"/>
                        <a:pt x="501" y="3561"/>
                        <a:pt x="810" y="3263"/>
                      </a:cubicBezTo>
                      <a:cubicBezTo>
                        <a:pt x="989" y="3097"/>
                        <a:pt x="1215" y="2966"/>
                        <a:pt x="1441" y="2870"/>
                      </a:cubicBezTo>
                      <a:lnTo>
                        <a:pt x="1572" y="3144"/>
                      </a:lnTo>
                      <a:lnTo>
                        <a:pt x="1346" y="4120"/>
                      </a:lnTo>
                      <a:cubicBezTo>
                        <a:pt x="1334" y="4180"/>
                        <a:pt x="1346" y="4240"/>
                        <a:pt x="1394" y="4287"/>
                      </a:cubicBezTo>
                      <a:lnTo>
                        <a:pt x="1834" y="4692"/>
                      </a:lnTo>
                      <a:cubicBezTo>
                        <a:pt x="1870" y="4716"/>
                        <a:pt x="1917" y="4740"/>
                        <a:pt x="1941" y="4740"/>
                      </a:cubicBezTo>
                      <a:cubicBezTo>
                        <a:pt x="1989" y="4740"/>
                        <a:pt x="2025" y="4716"/>
                        <a:pt x="2048" y="4692"/>
                      </a:cubicBezTo>
                      <a:lnTo>
                        <a:pt x="2501" y="4287"/>
                      </a:lnTo>
                      <a:cubicBezTo>
                        <a:pt x="2537" y="4240"/>
                        <a:pt x="2560" y="4180"/>
                        <a:pt x="2537" y="4120"/>
                      </a:cubicBezTo>
                      <a:lnTo>
                        <a:pt x="2322" y="3144"/>
                      </a:lnTo>
                      <a:lnTo>
                        <a:pt x="2453" y="2870"/>
                      </a:lnTo>
                      <a:close/>
                      <a:moveTo>
                        <a:pt x="1965" y="1"/>
                      </a:moveTo>
                      <a:cubicBezTo>
                        <a:pt x="1394" y="1"/>
                        <a:pt x="929" y="465"/>
                        <a:pt x="929" y="1025"/>
                      </a:cubicBezTo>
                      <a:lnTo>
                        <a:pt x="929" y="1406"/>
                      </a:lnTo>
                      <a:lnTo>
                        <a:pt x="929" y="1775"/>
                      </a:lnTo>
                      <a:cubicBezTo>
                        <a:pt x="929" y="2096"/>
                        <a:pt x="1084" y="2394"/>
                        <a:pt x="1334" y="2573"/>
                      </a:cubicBezTo>
                      <a:cubicBezTo>
                        <a:pt x="560" y="2846"/>
                        <a:pt x="1" y="3561"/>
                        <a:pt x="1" y="4382"/>
                      </a:cubicBezTo>
                      <a:lnTo>
                        <a:pt x="1" y="4954"/>
                      </a:lnTo>
                      <a:cubicBezTo>
                        <a:pt x="1" y="5049"/>
                        <a:pt x="72" y="5121"/>
                        <a:pt x="155" y="5121"/>
                      </a:cubicBezTo>
                      <a:lnTo>
                        <a:pt x="3763" y="5121"/>
                      </a:lnTo>
                      <a:cubicBezTo>
                        <a:pt x="3846" y="5121"/>
                        <a:pt x="3930" y="5049"/>
                        <a:pt x="3930" y="4954"/>
                      </a:cubicBezTo>
                      <a:lnTo>
                        <a:pt x="3930" y="4382"/>
                      </a:lnTo>
                      <a:cubicBezTo>
                        <a:pt x="3930" y="3561"/>
                        <a:pt x="3346" y="2846"/>
                        <a:pt x="2584" y="2573"/>
                      </a:cubicBezTo>
                      <a:cubicBezTo>
                        <a:pt x="2822" y="2382"/>
                        <a:pt x="2989" y="2096"/>
                        <a:pt x="2989" y="1775"/>
                      </a:cubicBezTo>
                      <a:lnTo>
                        <a:pt x="2989" y="1406"/>
                      </a:lnTo>
                      <a:lnTo>
                        <a:pt x="2989" y="1025"/>
                      </a:lnTo>
                      <a:cubicBezTo>
                        <a:pt x="2989" y="465"/>
                        <a:pt x="2525" y="1"/>
                        <a:pt x="1965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3" name="Google Shape;14074;p90">
                  <a:extLst>
                    <a:ext uri="{FF2B5EF4-FFF2-40B4-BE49-F238E27FC236}">
                      <a16:creationId xmlns:a16="http://schemas.microsoft.com/office/drawing/2014/main" id="{0BBE0073-BBA0-ACE0-5387-DF9566755B8C}"/>
                    </a:ext>
                  </a:extLst>
                </p:cNvPr>
                <p:cNvSpPr/>
                <p:nvPr/>
              </p:nvSpPr>
              <p:spPr>
                <a:xfrm>
                  <a:off x="4248428" y="1536124"/>
                  <a:ext cx="253972" cy="1521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79" h="4781" extrusionOk="0">
                      <a:moveTo>
                        <a:pt x="3906" y="0"/>
                      </a:moveTo>
                      <a:cubicBezTo>
                        <a:pt x="3876" y="0"/>
                        <a:pt x="3847" y="6"/>
                        <a:pt x="3823" y="18"/>
                      </a:cubicBezTo>
                      <a:cubicBezTo>
                        <a:pt x="3811" y="30"/>
                        <a:pt x="1775" y="1244"/>
                        <a:pt x="239" y="1244"/>
                      </a:cubicBezTo>
                      <a:cubicBezTo>
                        <a:pt x="156" y="1244"/>
                        <a:pt x="84" y="1304"/>
                        <a:pt x="72" y="1375"/>
                      </a:cubicBezTo>
                      <a:cubicBezTo>
                        <a:pt x="72" y="1387"/>
                        <a:pt x="1" y="1875"/>
                        <a:pt x="1" y="2614"/>
                      </a:cubicBezTo>
                      <a:cubicBezTo>
                        <a:pt x="1" y="2697"/>
                        <a:pt x="72" y="2768"/>
                        <a:pt x="156" y="2768"/>
                      </a:cubicBezTo>
                      <a:cubicBezTo>
                        <a:pt x="251" y="2768"/>
                        <a:pt x="322" y="2697"/>
                        <a:pt x="322" y="2614"/>
                      </a:cubicBezTo>
                      <a:cubicBezTo>
                        <a:pt x="322" y="2137"/>
                        <a:pt x="358" y="1744"/>
                        <a:pt x="382" y="1566"/>
                      </a:cubicBezTo>
                      <a:cubicBezTo>
                        <a:pt x="1037" y="1542"/>
                        <a:pt x="1835" y="1328"/>
                        <a:pt x="2739" y="923"/>
                      </a:cubicBezTo>
                      <a:cubicBezTo>
                        <a:pt x="3299" y="685"/>
                        <a:pt x="3728" y="435"/>
                        <a:pt x="3906" y="351"/>
                      </a:cubicBezTo>
                      <a:cubicBezTo>
                        <a:pt x="4085" y="447"/>
                        <a:pt x="4525" y="685"/>
                        <a:pt x="5085" y="923"/>
                      </a:cubicBezTo>
                      <a:cubicBezTo>
                        <a:pt x="5990" y="1316"/>
                        <a:pt x="6788" y="1542"/>
                        <a:pt x="7442" y="1566"/>
                      </a:cubicBezTo>
                      <a:cubicBezTo>
                        <a:pt x="7478" y="1971"/>
                        <a:pt x="7585" y="3233"/>
                        <a:pt x="7288" y="4590"/>
                      </a:cubicBezTo>
                      <a:cubicBezTo>
                        <a:pt x="7276" y="4673"/>
                        <a:pt x="7323" y="4769"/>
                        <a:pt x="7407" y="4781"/>
                      </a:cubicBezTo>
                      <a:lnTo>
                        <a:pt x="7442" y="4781"/>
                      </a:lnTo>
                      <a:cubicBezTo>
                        <a:pt x="7514" y="4781"/>
                        <a:pt x="7585" y="4733"/>
                        <a:pt x="7597" y="4650"/>
                      </a:cubicBezTo>
                      <a:cubicBezTo>
                        <a:pt x="7978" y="2947"/>
                        <a:pt x="7752" y="1435"/>
                        <a:pt x="7740" y="1375"/>
                      </a:cubicBezTo>
                      <a:cubicBezTo>
                        <a:pt x="7728" y="1304"/>
                        <a:pt x="7669" y="1244"/>
                        <a:pt x="7573" y="1244"/>
                      </a:cubicBezTo>
                      <a:cubicBezTo>
                        <a:pt x="6037" y="1244"/>
                        <a:pt x="4001" y="30"/>
                        <a:pt x="3990" y="18"/>
                      </a:cubicBezTo>
                      <a:cubicBezTo>
                        <a:pt x="3966" y="6"/>
                        <a:pt x="3936" y="0"/>
                        <a:pt x="3906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4" name="Google Shape;14075;p90">
                  <a:extLst>
                    <a:ext uri="{FF2B5EF4-FFF2-40B4-BE49-F238E27FC236}">
                      <a16:creationId xmlns:a16="http://schemas.microsoft.com/office/drawing/2014/main" id="{1BFBAE66-DEF8-E1DC-24F1-D78422F71C43}"/>
                    </a:ext>
                  </a:extLst>
                </p:cNvPr>
                <p:cNvSpPr/>
                <p:nvPr/>
              </p:nvSpPr>
              <p:spPr>
                <a:xfrm>
                  <a:off x="4248428" y="1633270"/>
                  <a:ext cx="238407" cy="1872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490" h="5884" extrusionOk="0">
                      <a:moveTo>
                        <a:pt x="186" y="1"/>
                      </a:moveTo>
                      <a:cubicBezTo>
                        <a:pt x="180" y="1"/>
                        <a:pt x="174" y="1"/>
                        <a:pt x="168" y="2"/>
                      </a:cubicBezTo>
                      <a:cubicBezTo>
                        <a:pt x="72" y="2"/>
                        <a:pt x="1" y="97"/>
                        <a:pt x="13" y="181"/>
                      </a:cubicBezTo>
                      <a:cubicBezTo>
                        <a:pt x="84" y="1383"/>
                        <a:pt x="370" y="2455"/>
                        <a:pt x="846" y="3348"/>
                      </a:cubicBezTo>
                      <a:cubicBezTo>
                        <a:pt x="1501" y="4574"/>
                        <a:pt x="2513" y="5419"/>
                        <a:pt x="3859" y="5860"/>
                      </a:cubicBezTo>
                      <a:cubicBezTo>
                        <a:pt x="3870" y="5860"/>
                        <a:pt x="3882" y="5884"/>
                        <a:pt x="3894" y="5884"/>
                      </a:cubicBezTo>
                      <a:cubicBezTo>
                        <a:pt x="3918" y="5884"/>
                        <a:pt x="3930" y="5884"/>
                        <a:pt x="3942" y="5860"/>
                      </a:cubicBezTo>
                      <a:cubicBezTo>
                        <a:pt x="4811" y="5586"/>
                        <a:pt x="5549" y="5110"/>
                        <a:pt x="6133" y="4503"/>
                      </a:cubicBezTo>
                      <a:cubicBezTo>
                        <a:pt x="6716" y="3872"/>
                        <a:pt x="7157" y="3086"/>
                        <a:pt x="7442" y="2145"/>
                      </a:cubicBezTo>
                      <a:cubicBezTo>
                        <a:pt x="7490" y="2062"/>
                        <a:pt x="7442" y="1967"/>
                        <a:pt x="7347" y="1955"/>
                      </a:cubicBezTo>
                      <a:cubicBezTo>
                        <a:pt x="7330" y="1948"/>
                        <a:pt x="7313" y="1944"/>
                        <a:pt x="7296" y="1944"/>
                      </a:cubicBezTo>
                      <a:cubicBezTo>
                        <a:pt x="7228" y="1944"/>
                        <a:pt x="7164" y="1996"/>
                        <a:pt x="7145" y="2062"/>
                      </a:cubicBezTo>
                      <a:cubicBezTo>
                        <a:pt x="6871" y="2931"/>
                        <a:pt x="6454" y="3693"/>
                        <a:pt x="5906" y="4277"/>
                      </a:cubicBezTo>
                      <a:cubicBezTo>
                        <a:pt x="5371" y="4836"/>
                        <a:pt x="4704" y="5265"/>
                        <a:pt x="3894" y="5539"/>
                      </a:cubicBezTo>
                      <a:cubicBezTo>
                        <a:pt x="2668" y="5122"/>
                        <a:pt x="1727" y="4336"/>
                        <a:pt x="1132" y="3181"/>
                      </a:cubicBezTo>
                      <a:cubicBezTo>
                        <a:pt x="680" y="2336"/>
                        <a:pt x="418" y="1312"/>
                        <a:pt x="346" y="157"/>
                      </a:cubicBezTo>
                      <a:cubicBezTo>
                        <a:pt x="346" y="69"/>
                        <a:pt x="264" y="1"/>
                        <a:pt x="186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5" name="Google Shape;14076;p90">
                  <a:extLst>
                    <a:ext uri="{FF2B5EF4-FFF2-40B4-BE49-F238E27FC236}">
                      <a16:creationId xmlns:a16="http://schemas.microsoft.com/office/drawing/2014/main" id="{332FCCB2-83F9-1C76-7F0E-208CB5236B4A}"/>
                    </a:ext>
                  </a:extLst>
                </p:cNvPr>
                <p:cNvSpPr/>
                <p:nvPr/>
              </p:nvSpPr>
              <p:spPr>
                <a:xfrm>
                  <a:off x="4212426" y="1502384"/>
                  <a:ext cx="321037" cy="3538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86" h="11116" extrusionOk="0">
                      <a:moveTo>
                        <a:pt x="5061" y="316"/>
                      </a:moveTo>
                      <a:cubicBezTo>
                        <a:pt x="5263" y="435"/>
                        <a:pt x="5811" y="757"/>
                        <a:pt x="6549" y="1066"/>
                      </a:cubicBezTo>
                      <a:cubicBezTo>
                        <a:pt x="7692" y="1554"/>
                        <a:pt x="8692" y="1828"/>
                        <a:pt x="9526" y="1852"/>
                      </a:cubicBezTo>
                      <a:cubicBezTo>
                        <a:pt x="9550" y="2328"/>
                        <a:pt x="9693" y="3876"/>
                        <a:pt x="9335" y="5579"/>
                      </a:cubicBezTo>
                      <a:cubicBezTo>
                        <a:pt x="9073" y="6745"/>
                        <a:pt x="8645" y="7757"/>
                        <a:pt x="8049" y="8591"/>
                      </a:cubicBezTo>
                      <a:cubicBezTo>
                        <a:pt x="7311" y="9603"/>
                        <a:pt x="6299" y="10341"/>
                        <a:pt x="5049" y="10770"/>
                      </a:cubicBezTo>
                      <a:cubicBezTo>
                        <a:pt x="3799" y="10341"/>
                        <a:pt x="2775" y="9603"/>
                        <a:pt x="2037" y="8591"/>
                      </a:cubicBezTo>
                      <a:cubicBezTo>
                        <a:pt x="1430" y="7781"/>
                        <a:pt x="989" y="6745"/>
                        <a:pt x="751" y="5579"/>
                      </a:cubicBezTo>
                      <a:cubicBezTo>
                        <a:pt x="394" y="3876"/>
                        <a:pt x="537" y="2316"/>
                        <a:pt x="596" y="1852"/>
                      </a:cubicBezTo>
                      <a:cubicBezTo>
                        <a:pt x="1406" y="1828"/>
                        <a:pt x="2418" y="1554"/>
                        <a:pt x="3573" y="1066"/>
                      </a:cubicBezTo>
                      <a:cubicBezTo>
                        <a:pt x="4299" y="757"/>
                        <a:pt x="4847" y="435"/>
                        <a:pt x="5061" y="316"/>
                      </a:cubicBezTo>
                      <a:close/>
                      <a:moveTo>
                        <a:pt x="5037" y="1"/>
                      </a:moveTo>
                      <a:cubicBezTo>
                        <a:pt x="5007" y="1"/>
                        <a:pt x="4978" y="7"/>
                        <a:pt x="4954" y="18"/>
                      </a:cubicBezTo>
                      <a:cubicBezTo>
                        <a:pt x="4930" y="30"/>
                        <a:pt x="2370" y="1554"/>
                        <a:pt x="441" y="1554"/>
                      </a:cubicBezTo>
                      <a:cubicBezTo>
                        <a:pt x="370" y="1554"/>
                        <a:pt x="299" y="1614"/>
                        <a:pt x="287" y="1685"/>
                      </a:cubicBezTo>
                      <a:cubicBezTo>
                        <a:pt x="263" y="1769"/>
                        <a:pt x="1" y="3578"/>
                        <a:pt x="429" y="5650"/>
                      </a:cubicBezTo>
                      <a:cubicBezTo>
                        <a:pt x="680" y="6865"/>
                        <a:pt x="1132" y="7924"/>
                        <a:pt x="1775" y="8793"/>
                      </a:cubicBezTo>
                      <a:cubicBezTo>
                        <a:pt x="2561" y="9877"/>
                        <a:pt x="3644" y="10651"/>
                        <a:pt x="5001" y="11091"/>
                      </a:cubicBezTo>
                      <a:cubicBezTo>
                        <a:pt x="5013" y="11091"/>
                        <a:pt x="5025" y="11115"/>
                        <a:pt x="5049" y="11115"/>
                      </a:cubicBezTo>
                      <a:cubicBezTo>
                        <a:pt x="5061" y="11115"/>
                        <a:pt x="5073" y="11115"/>
                        <a:pt x="5085" y="11091"/>
                      </a:cubicBezTo>
                      <a:cubicBezTo>
                        <a:pt x="6430" y="10651"/>
                        <a:pt x="7514" y="9877"/>
                        <a:pt x="8323" y="8793"/>
                      </a:cubicBezTo>
                      <a:cubicBezTo>
                        <a:pt x="8954" y="7924"/>
                        <a:pt x="9407" y="6865"/>
                        <a:pt x="9657" y="5650"/>
                      </a:cubicBezTo>
                      <a:cubicBezTo>
                        <a:pt x="10085" y="3566"/>
                        <a:pt x="9812" y="1769"/>
                        <a:pt x="9788" y="1685"/>
                      </a:cubicBezTo>
                      <a:cubicBezTo>
                        <a:pt x="9776" y="1614"/>
                        <a:pt x="9716" y="1554"/>
                        <a:pt x="9633" y="1554"/>
                      </a:cubicBezTo>
                      <a:cubicBezTo>
                        <a:pt x="7692" y="1554"/>
                        <a:pt x="5132" y="42"/>
                        <a:pt x="5121" y="18"/>
                      </a:cubicBezTo>
                      <a:cubicBezTo>
                        <a:pt x="5097" y="7"/>
                        <a:pt x="5067" y="1"/>
                        <a:pt x="503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39B9CD73-96CB-BB81-6066-6AC232B21191}"/>
                  </a:ext>
                </a:extLst>
              </p:cNvPr>
              <p:cNvSpPr txBox="1"/>
              <p:nvPr/>
            </p:nvSpPr>
            <p:spPr>
              <a:xfrm>
                <a:off x="7345738" y="4182757"/>
                <a:ext cx="116182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fontAlgn="base"/>
                <a:r>
                  <a:rPr lang="en-US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Security</a:t>
                </a:r>
              </a:p>
            </p:txBody>
          </p: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1CD9C8C3-D84A-9999-D1BF-4F0E91905B1A}"/>
                </a:ext>
              </a:extLst>
            </p:cNvPr>
            <p:cNvGrpSpPr/>
            <p:nvPr/>
          </p:nvGrpSpPr>
          <p:grpSpPr>
            <a:xfrm>
              <a:off x="6726508" y="3285735"/>
              <a:ext cx="1845425" cy="576585"/>
              <a:chOff x="6720330" y="2480065"/>
              <a:chExt cx="1845425" cy="576585"/>
            </a:xfrm>
          </p:grpSpPr>
          <p:grpSp>
            <p:nvGrpSpPr>
              <p:cNvPr id="66" name="Google Shape;11837;p87">
                <a:extLst>
                  <a:ext uri="{FF2B5EF4-FFF2-40B4-BE49-F238E27FC236}">
                    <a16:creationId xmlns:a16="http://schemas.microsoft.com/office/drawing/2014/main" id="{5CC801C1-1A47-5DA9-CD0A-2589CCF80B7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6720330" y="2480065"/>
                <a:ext cx="558653" cy="576585"/>
                <a:chOff x="3560600" y="3763338"/>
                <a:chExt cx="352345" cy="363655"/>
              </a:xfrm>
              <a:solidFill>
                <a:schemeClr val="accent1">
                  <a:lumMod val="40000"/>
                  <a:lumOff val="60000"/>
                </a:schemeClr>
              </a:solidFill>
            </p:grpSpPr>
            <p:sp>
              <p:nvSpPr>
                <p:cNvPr id="67" name="Google Shape;11838;p87">
                  <a:extLst>
                    <a:ext uri="{FF2B5EF4-FFF2-40B4-BE49-F238E27FC236}">
                      <a16:creationId xmlns:a16="http://schemas.microsoft.com/office/drawing/2014/main" id="{17E867D4-B42B-DF0D-FAA2-28C3ECD2EC00}"/>
                    </a:ext>
                  </a:extLst>
                </p:cNvPr>
                <p:cNvSpPr/>
                <p:nvPr/>
              </p:nvSpPr>
              <p:spPr>
                <a:xfrm>
                  <a:off x="3665841" y="3763338"/>
                  <a:ext cx="143352" cy="1735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25" h="5478" extrusionOk="0">
                      <a:moveTo>
                        <a:pt x="2251" y="1"/>
                      </a:moveTo>
                      <a:cubicBezTo>
                        <a:pt x="1691" y="1"/>
                        <a:pt x="1179" y="191"/>
                        <a:pt x="774" y="549"/>
                      </a:cubicBezTo>
                      <a:cubicBezTo>
                        <a:pt x="370" y="906"/>
                        <a:pt x="108" y="1382"/>
                        <a:pt x="12" y="1918"/>
                      </a:cubicBezTo>
                      <a:cubicBezTo>
                        <a:pt x="0" y="2013"/>
                        <a:pt x="60" y="2096"/>
                        <a:pt x="143" y="2120"/>
                      </a:cubicBezTo>
                      <a:cubicBezTo>
                        <a:pt x="151" y="2121"/>
                        <a:pt x="159" y="2122"/>
                        <a:pt x="167" y="2122"/>
                      </a:cubicBezTo>
                      <a:cubicBezTo>
                        <a:pt x="252" y="2122"/>
                        <a:pt x="324" y="2064"/>
                        <a:pt x="346" y="1977"/>
                      </a:cubicBezTo>
                      <a:cubicBezTo>
                        <a:pt x="477" y="1049"/>
                        <a:pt x="1286" y="346"/>
                        <a:pt x="2239" y="346"/>
                      </a:cubicBezTo>
                      <a:cubicBezTo>
                        <a:pt x="3299" y="346"/>
                        <a:pt x="4168" y="1203"/>
                        <a:pt x="4168" y="2263"/>
                      </a:cubicBezTo>
                      <a:cubicBezTo>
                        <a:pt x="4168" y="3096"/>
                        <a:pt x="3632" y="3847"/>
                        <a:pt x="2822" y="4097"/>
                      </a:cubicBezTo>
                      <a:cubicBezTo>
                        <a:pt x="2775" y="4108"/>
                        <a:pt x="2751" y="4144"/>
                        <a:pt x="2739" y="4168"/>
                      </a:cubicBezTo>
                      <a:lnTo>
                        <a:pt x="2239" y="4990"/>
                      </a:lnTo>
                      <a:lnTo>
                        <a:pt x="1751" y="4168"/>
                      </a:lnTo>
                      <a:cubicBezTo>
                        <a:pt x="1739" y="4144"/>
                        <a:pt x="1691" y="4108"/>
                        <a:pt x="1667" y="4097"/>
                      </a:cubicBezTo>
                      <a:cubicBezTo>
                        <a:pt x="977" y="3870"/>
                        <a:pt x="477" y="3287"/>
                        <a:pt x="358" y="2573"/>
                      </a:cubicBezTo>
                      <a:cubicBezTo>
                        <a:pt x="347" y="2496"/>
                        <a:pt x="266" y="2440"/>
                        <a:pt x="189" y="2440"/>
                      </a:cubicBezTo>
                      <a:cubicBezTo>
                        <a:pt x="182" y="2440"/>
                        <a:pt x="174" y="2441"/>
                        <a:pt x="167" y="2442"/>
                      </a:cubicBezTo>
                      <a:cubicBezTo>
                        <a:pt x="72" y="2454"/>
                        <a:pt x="12" y="2549"/>
                        <a:pt x="24" y="2632"/>
                      </a:cubicBezTo>
                      <a:cubicBezTo>
                        <a:pt x="108" y="3049"/>
                        <a:pt x="286" y="3418"/>
                        <a:pt x="548" y="3739"/>
                      </a:cubicBezTo>
                      <a:cubicBezTo>
                        <a:pt x="798" y="4037"/>
                        <a:pt x="1132" y="4251"/>
                        <a:pt x="1501" y="4394"/>
                      </a:cubicBezTo>
                      <a:lnTo>
                        <a:pt x="2108" y="5406"/>
                      </a:lnTo>
                      <a:cubicBezTo>
                        <a:pt x="2144" y="5442"/>
                        <a:pt x="2203" y="5478"/>
                        <a:pt x="2263" y="5478"/>
                      </a:cubicBezTo>
                      <a:cubicBezTo>
                        <a:pt x="2322" y="5478"/>
                        <a:pt x="2382" y="5442"/>
                        <a:pt x="2406" y="5406"/>
                      </a:cubicBezTo>
                      <a:lnTo>
                        <a:pt x="3025" y="4394"/>
                      </a:lnTo>
                      <a:cubicBezTo>
                        <a:pt x="3930" y="4073"/>
                        <a:pt x="4525" y="3227"/>
                        <a:pt x="4525" y="2263"/>
                      </a:cubicBezTo>
                      <a:cubicBezTo>
                        <a:pt x="4489" y="1013"/>
                        <a:pt x="3477" y="1"/>
                        <a:pt x="2251" y="1"/>
                      </a:cubicBezTo>
                      <a:close/>
                    </a:path>
                  </a:pathLst>
                </a:custGeom>
                <a:grpFill/>
                <a:ln>
                  <a:solidFill>
                    <a:schemeClr val="accent3">
                      <a:lumMod val="60000"/>
                      <a:lumOff val="40000"/>
                    </a:schemeClr>
                  </a:solidFill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8" name="Google Shape;11839;p87">
                  <a:extLst>
                    <a:ext uri="{FF2B5EF4-FFF2-40B4-BE49-F238E27FC236}">
                      <a16:creationId xmlns:a16="http://schemas.microsoft.com/office/drawing/2014/main" id="{64AA4990-579A-7823-2DD8-09255DAE9C1D}"/>
                    </a:ext>
                  </a:extLst>
                </p:cNvPr>
                <p:cNvSpPr/>
                <p:nvPr/>
              </p:nvSpPr>
              <p:spPr>
                <a:xfrm>
                  <a:off x="3696761" y="3794099"/>
                  <a:ext cx="82653" cy="786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09" h="2483" extrusionOk="0">
                      <a:moveTo>
                        <a:pt x="1584" y="328"/>
                      </a:moveTo>
                      <a:cubicBezTo>
                        <a:pt x="1727" y="328"/>
                        <a:pt x="1882" y="387"/>
                        <a:pt x="2001" y="506"/>
                      </a:cubicBezTo>
                      <a:cubicBezTo>
                        <a:pt x="2239" y="732"/>
                        <a:pt x="2239" y="1102"/>
                        <a:pt x="2001" y="1340"/>
                      </a:cubicBezTo>
                      <a:cubicBezTo>
                        <a:pt x="1888" y="1453"/>
                        <a:pt x="1736" y="1509"/>
                        <a:pt x="1584" y="1509"/>
                      </a:cubicBezTo>
                      <a:cubicBezTo>
                        <a:pt x="1433" y="1509"/>
                        <a:pt x="1281" y="1453"/>
                        <a:pt x="1168" y="1340"/>
                      </a:cubicBezTo>
                      <a:cubicBezTo>
                        <a:pt x="941" y="1113"/>
                        <a:pt x="941" y="732"/>
                        <a:pt x="1168" y="506"/>
                      </a:cubicBezTo>
                      <a:cubicBezTo>
                        <a:pt x="1287" y="387"/>
                        <a:pt x="1430" y="328"/>
                        <a:pt x="1584" y="328"/>
                      </a:cubicBezTo>
                      <a:close/>
                      <a:moveTo>
                        <a:pt x="1584" y="0"/>
                      </a:moveTo>
                      <a:cubicBezTo>
                        <a:pt x="1346" y="0"/>
                        <a:pt x="1108" y="89"/>
                        <a:pt x="929" y="268"/>
                      </a:cubicBezTo>
                      <a:cubicBezTo>
                        <a:pt x="596" y="590"/>
                        <a:pt x="572" y="1090"/>
                        <a:pt x="822" y="1447"/>
                      </a:cubicBezTo>
                      <a:lnTo>
                        <a:pt x="60" y="2197"/>
                      </a:lnTo>
                      <a:cubicBezTo>
                        <a:pt x="1" y="2256"/>
                        <a:pt x="1" y="2375"/>
                        <a:pt x="60" y="2435"/>
                      </a:cubicBezTo>
                      <a:cubicBezTo>
                        <a:pt x="96" y="2471"/>
                        <a:pt x="144" y="2483"/>
                        <a:pt x="179" y="2483"/>
                      </a:cubicBezTo>
                      <a:cubicBezTo>
                        <a:pt x="227" y="2483"/>
                        <a:pt x="275" y="2471"/>
                        <a:pt x="298" y="2435"/>
                      </a:cubicBezTo>
                      <a:lnTo>
                        <a:pt x="1060" y="1685"/>
                      </a:lnTo>
                      <a:cubicBezTo>
                        <a:pt x="1227" y="1780"/>
                        <a:pt x="1406" y="1840"/>
                        <a:pt x="1584" y="1840"/>
                      </a:cubicBezTo>
                      <a:cubicBezTo>
                        <a:pt x="1822" y="1840"/>
                        <a:pt x="2061" y="1756"/>
                        <a:pt x="2239" y="1578"/>
                      </a:cubicBezTo>
                      <a:cubicBezTo>
                        <a:pt x="2608" y="1209"/>
                        <a:pt x="2608" y="625"/>
                        <a:pt x="2239" y="268"/>
                      </a:cubicBezTo>
                      <a:cubicBezTo>
                        <a:pt x="2061" y="89"/>
                        <a:pt x="1822" y="0"/>
                        <a:pt x="1584" y="0"/>
                      </a:cubicBezTo>
                      <a:close/>
                    </a:path>
                  </a:pathLst>
                </a:cu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69" name="Google Shape;11840;p87">
                  <a:extLst>
                    <a:ext uri="{FF2B5EF4-FFF2-40B4-BE49-F238E27FC236}">
                      <a16:creationId xmlns:a16="http://schemas.microsoft.com/office/drawing/2014/main" id="{A51E62F6-BA08-55BF-6B78-21BC150EF4C5}"/>
                    </a:ext>
                  </a:extLst>
                </p:cNvPr>
                <p:cNvSpPr/>
                <p:nvPr/>
              </p:nvSpPr>
              <p:spPr>
                <a:xfrm>
                  <a:off x="3560600" y="3916574"/>
                  <a:ext cx="352345" cy="2104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22" h="6642" extrusionOk="0">
                      <a:moveTo>
                        <a:pt x="3037" y="391"/>
                      </a:moveTo>
                      <a:lnTo>
                        <a:pt x="5394" y="1176"/>
                      </a:lnTo>
                      <a:lnTo>
                        <a:pt x="5394" y="1296"/>
                      </a:lnTo>
                      <a:lnTo>
                        <a:pt x="3037" y="510"/>
                      </a:lnTo>
                      <a:lnTo>
                        <a:pt x="3037" y="391"/>
                      </a:lnTo>
                      <a:close/>
                      <a:moveTo>
                        <a:pt x="8085" y="391"/>
                      </a:moveTo>
                      <a:lnTo>
                        <a:pt x="8085" y="510"/>
                      </a:lnTo>
                      <a:lnTo>
                        <a:pt x="5728" y="1296"/>
                      </a:lnTo>
                      <a:lnTo>
                        <a:pt x="5728" y="1176"/>
                      </a:lnTo>
                      <a:lnTo>
                        <a:pt x="8085" y="391"/>
                      </a:lnTo>
                      <a:close/>
                      <a:moveTo>
                        <a:pt x="2691" y="855"/>
                      </a:moveTo>
                      <a:lnTo>
                        <a:pt x="2691" y="4975"/>
                      </a:lnTo>
                      <a:lnTo>
                        <a:pt x="2680" y="4975"/>
                      </a:lnTo>
                      <a:lnTo>
                        <a:pt x="786" y="5594"/>
                      </a:lnTo>
                      <a:lnTo>
                        <a:pt x="786" y="1486"/>
                      </a:lnTo>
                      <a:lnTo>
                        <a:pt x="2691" y="855"/>
                      </a:lnTo>
                      <a:close/>
                      <a:moveTo>
                        <a:pt x="8085" y="867"/>
                      </a:moveTo>
                      <a:lnTo>
                        <a:pt x="8085" y="4975"/>
                      </a:lnTo>
                      <a:lnTo>
                        <a:pt x="8049" y="4975"/>
                      </a:lnTo>
                      <a:lnTo>
                        <a:pt x="5728" y="5748"/>
                      </a:lnTo>
                      <a:lnTo>
                        <a:pt x="5728" y="1641"/>
                      </a:lnTo>
                      <a:lnTo>
                        <a:pt x="5763" y="1641"/>
                      </a:lnTo>
                      <a:lnTo>
                        <a:pt x="8085" y="867"/>
                      </a:lnTo>
                      <a:close/>
                      <a:moveTo>
                        <a:pt x="3037" y="879"/>
                      </a:moveTo>
                      <a:lnTo>
                        <a:pt x="5358" y="1653"/>
                      </a:lnTo>
                      <a:lnTo>
                        <a:pt x="5394" y="1653"/>
                      </a:lnTo>
                      <a:lnTo>
                        <a:pt x="5394" y="5760"/>
                      </a:lnTo>
                      <a:lnTo>
                        <a:pt x="3072" y="4986"/>
                      </a:lnTo>
                      <a:lnTo>
                        <a:pt x="3037" y="4986"/>
                      </a:lnTo>
                      <a:lnTo>
                        <a:pt x="3037" y="879"/>
                      </a:lnTo>
                      <a:close/>
                      <a:moveTo>
                        <a:pt x="3037" y="5320"/>
                      </a:moveTo>
                      <a:lnTo>
                        <a:pt x="5394" y="6106"/>
                      </a:lnTo>
                      <a:lnTo>
                        <a:pt x="5394" y="6225"/>
                      </a:lnTo>
                      <a:lnTo>
                        <a:pt x="3037" y="5439"/>
                      </a:lnTo>
                      <a:lnTo>
                        <a:pt x="3037" y="5320"/>
                      </a:lnTo>
                      <a:close/>
                      <a:moveTo>
                        <a:pt x="8085" y="5320"/>
                      </a:moveTo>
                      <a:lnTo>
                        <a:pt x="8085" y="5439"/>
                      </a:lnTo>
                      <a:lnTo>
                        <a:pt x="5728" y="6225"/>
                      </a:lnTo>
                      <a:lnTo>
                        <a:pt x="5728" y="6106"/>
                      </a:lnTo>
                      <a:lnTo>
                        <a:pt x="8085" y="5320"/>
                      </a:lnTo>
                      <a:close/>
                      <a:moveTo>
                        <a:pt x="2715" y="414"/>
                      </a:moveTo>
                      <a:lnTo>
                        <a:pt x="2715" y="510"/>
                      </a:lnTo>
                      <a:lnTo>
                        <a:pt x="584" y="1224"/>
                      </a:lnTo>
                      <a:cubicBezTo>
                        <a:pt x="513" y="1248"/>
                        <a:pt x="465" y="1307"/>
                        <a:pt x="465" y="1391"/>
                      </a:cubicBezTo>
                      <a:lnTo>
                        <a:pt x="465" y="5856"/>
                      </a:lnTo>
                      <a:cubicBezTo>
                        <a:pt x="465" y="5915"/>
                        <a:pt x="489" y="5951"/>
                        <a:pt x="536" y="5987"/>
                      </a:cubicBezTo>
                      <a:cubicBezTo>
                        <a:pt x="571" y="6004"/>
                        <a:pt x="613" y="6015"/>
                        <a:pt x="651" y="6015"/>
                      </a:cubicBezTo>
                      <a:cubicBezTo>
                        <a:pt x="665" y="6015"/>
                        <a:pt x="678" y="6014"/>
                        <a:pt x="691" y="6010"/>
                      </a:cubicBezTo>
                      <a:lnTo>
                        <a:pt x="2715" y="5344"/>
                      </a:lnTo>
                      <a:lnTo>
                        <a:pt x="2715" y="5463"/>
                      </a:lnTo>
                      <a:lnTo>
                        <a:pt x="358" y="6249"/>
                      </a:lnTo>
                      <a:lnTo>
                        <a:pt x="358" y="1200"/>
                      </a:lnTo>
                      <a:lnTo>
                        <a:pt x="2715" y="414"/>
                      </a:lnTo>
                      <a:close/>
                      <a:moveTo>
                        <a:pt x="2864" y="1"/>
                      </a:moveTo>
                      <a:cubicBezTo>
                        <a:pt x="2846" y="1"/>
                        <a:pt x="2828" y="4"/>
                        <a:pt x="2811" y="10"/>
                      </a:cubicBezTo>
                      <a:lnTo>
                        <a:pt x="120" y="903"/>
                      </a:lnTo>
                      <a:cubicBezTo>
                        <a:pt x="48" y="938"/>
                        <a:pt x="1" y="998"/>
                        <a:pt x="1" y="1069"/>
                      </a:cubicBezTo>
                      <a:lnTo>
                        <a:pt x="1" y="6475"/>
                      </a:lnTo>
                      <a:cubicBezTo>
                        <a:pt x="1" y="6534"/>
                        <a:pt x="36" y="6582"/>
                        <a:pt x="72" y="6606"/>
                      </a:cubicBezTo>
                      <a:cubicBezTo>
                        <a:pt x="108" y="6618"/>
                        <a:pt x="132" y="6641"/>
                        <a:pt x="179" y="6641"/>
                      </a:cubicBezTo>
                      <a:cubicBezTo>
                        <a:pt x="191" y="6641"/>
                        <a:pt x="215" y="6641"/>
                        <a:pt x="239" y="6618"/>
                      </a:cubicBezTo>
                      <a:lnTo>
                        <a:pt x="2870" y="5748"/>
                      </a:lnTo>
                      <a:lnTo>
                        <a:pt x="5513" y="6618"/>
                      </a:lnTo>
                      <a:cubicBezTo>
                        <a:pt x="5525" y="6630"/>
                        <a:pt x="5543" y="6635"/>
                        <a:pt x="5561" y="6635"/>
                      </a:cubicBezTo>
                      <a:cubicBezTo>
                        <a:pt x="5579" y="6635"/>
                        <a:pt x="5597" y="6630"/>
                        <a:pt x="5608" y="6618"/>
                      </a:cubicBezTo>
                      <a:lnTo>
                        <a:pt x="8252" y="5737"/>
                      </a:lnTo>
                      <a:lnTo>
                        <a:pt x="10883" y="6606"/>
                      </a:lnTo>
                      <a:cubicBezTo>
                        <a:pt x="10895" y="6606"/>
                        <a:pt x="10907" y="6630"/>
                        <a:pt x="10942" y="6630"/>
                      </a:cubicBezTo>
                      <a:cubicBezTo>
                        <a:pt x="10966" y="6630"/>
                        <a:pt x="11014" y="6606"/>
                        <a:pt x="11050" y="6594"/>
                      </a:cubicBezTo>
                      <a:cubicBezTo>
                        <a:pt x="11085" y="6558"/>
                        <a:pt x="11121" y="6510"/>
                        <a:pt x="11121" y="6463"/>
                      </a:cubicBezTo>
                      <a:lnTo>
                        <a:pt x="11121" y="3510"/>
                      </a:lnTo>
                      <a:cubicBezTo>
                        <a:pt x="11121" y="3427"/>
                        <a:pt x="11050" y="3355"/>
                        <a:pt x="10954" y="3355"/>
                      </a:cubicBezTo>
                      <a:cubicBezTo>
                        <a:pt x="10871" y="3355"/>
                        <a:pt x="10788" y="3427"/>
                        <a:pt x="10788" y="3510"/>
                      </a:cubicBezTo>
                      <a:lnTo>
                        <a:pt x="10788" y="6225"/>
                      </a:lnTo>
                      <a:lnTo>
                        <a:pt x="8442" y="5439"/>
                      </a:lnTo>
                      <a:lnTo>
                        <a:pt x="8442" y="5320"/>
                      </a:lnTo>
                      <a:lnTo>
                        <a:pt x="10466" y="5987"/>
                      </a:lnTo>
                      <a:cubicBezTo>
                        <a:pt x="10482" y="5991"/>
                        <a:pt x="10499" y="5993"/>
                        <a:pt x="10516" y="5993"/>
                      </a:cubicBezTo>
                      <a:cubicBezTo>
                        <a:pt x="10551" y="5993"/>
                        <a:pt x="10585" y="5983"/>
                        <a:pt x="10609" y="5951"/>
                      </a:cubicBezTo>
                      <a:cubicBezTo>
                        <a:pt x="10657" y="5927"/>
                        <a:pt x="10692" y="5868"/>
                        <a:pt x="10692" y="5820"/>
                      </a:cubicBezTo>
                      <a:lnTo>
                        <a:pt x="10692" y="3486"/>
                      </a:lnTo>
                      <a:cubicBezTo>
                        <a:pt x="10692" y="3391"/>
                        <a:pt x="10609" y="3320"/>
                        <a:pt x="10526" y="3320"/>
                      </a:cubicBezTo>
                      <a:cubicBezTo>
                        <a:pt x="10431" y="3320"/>
                        <a:pt x="10359" y="3391"/>
                        <a:pt x="10359" y="3486"/>
                      </a:cubicBezTo>
                      <a:lnTo>
                        <a:pt x="10359" y="5582"/>
                      </a:lnTo>
                      <a:lnTo>
                        <a:pt x="8466" y="4963"/>
                      </a:lnTo>
                      <a:lnTo>
                        <a:pt x="8442" y="4963"/>
                      </a:lnTo>
                      <a:lnTo>
                        <a:pt x="8442" y="855"/>
                      </a:lnTo>
                      <a:lnTo>
                        <a:pt x="10347" y="1486"/>
                      </a:lnTo>
                      <a:lnTo>
                        <a:pt x="10347" y="2843"/>
                      </a:lnTo>
                      <a:cubicBezTo>
                        <a:pt x="10347" y="2939"/>
                        <a:pt x="10419" y="3010"/>
                        <a:pt x="10514" y="3010"/>
                      </a:cubicBezTo>
                      <a:cubicBezTo>
                        <a:pt x="10597" y="3010"/>
                        <a:pt x="10669" y="2939"/>
                        <a:pt x="10669" y="2843"/>
                      </a:cubicBezTo>
                      <a:lnTo>
                        <a:pt x="10669" y="1367"/>
                      </a:lnTo>
                      <a:cubicBezTo>
                        <a:pt x="10669" y="1296"/>
                        <a:pt x="10633" y="1236"/>
                        <a:pt x="10550" y="1212"/>
                      </a:cubicBezTo>
                      <a:lnTo>
                        <a:pt x="8430" y="498"/>
                      </a:lnTo>
                      <a:lnTo>
                        <a:pt x="8430" y="379"/>
                      </a:lnTo>
                      <a:lnTo>
                        <a:pt x="10776" y="1165"/>
                      </a:lnTo>
                      <a:lnTo>
                        <a:pt x="10776" y="2831"/>
                      </a:lnTo>
                      <a:cubicBezTo>
                        <a:pt x="10776" y="2939"/>
                        <a:pt x="10847" y="3022"/>
                        <a:pt x="10942" y="3022"/>
                      </a:cubicBezTo>
                      <a:cubicBezTo>
                        <a:pt x="11026" y="3022"/>
                        <a:pt x="11109" y="2951"/>
                        <a:pt x="11109" y="2855"/>
                      </a:cubicBezTo>
                      <a:lnTo>
                        <a:pt x="11109" y="1069"/>
                      </a:lnTo>
                      <a:cubicBezTo>
                        <a:pt x="11109" y="998"/>
                        <a:pt x="11062" y="938"/>
                        <a:pt x="10990" y="903"/>
                      </a:cubicBezTo>
                      <a:lnTo>
                        <a:pt x="8287" y="10"/>
                      </a:lnTo>
                      <a:cubicBezTo>
                        <a:pt x="8275" y="4"/>
                        <a:pt x="8258" y="1"/>
                        <a:pt x="8240" y="1"/>
                      </a:cubicBezTo>
                      <a:cubicBezTo>
                        <a:pt x="8222" y="1"/>
                        <a:pt x="8204" y="4"/>
                        <a:pt x="8192" y="10"/>
                      </a:cubicBezTo>
                      <a:lnTo>
                        <a:pt x="5549" y="891"/>
                      </a:lnTo>
                      <a:lnTo>
                        <a:pt x="2918" y="10"/>
                      </a:lnTo>
                      <a:cubicBezTo>
                        <a:pt x="2900" y="4"/>
                        <a:pt x="2882" y="1"/>
                        <a:pt x="2864" y="1"/>
                      </a:cubicBezTo>
                      <a:close/>
                    </a:path>
                  </a:pathLst>
                </a:cu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dirty="0"/>
                </a:p>
              </p:txBody>
            </p:sp>
          </p:grp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E6106DCF-9AD0-625A-7343-1C846C26EFAC}"/>
                  </a:ext>
                </a:extLst>
              </p:cNvPr>
              <p:cNvSpPr txBox="1"/>
              <p:nvPr/>
            </p:nvSpPr>
            <p:spPr>
              <a:xfrm>
                <a:off x="7308680" y="2640147"/>
                <a:ext cx="12570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Guidelines</a:t>
                </a:r>
              </a:p>
            </p:txBody>
          </p:sp>
        </p:grp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7F1FB6D3-AE7A-DB56-74BD-67BBFE34D535}"/>
              </a:ext>
            </a:extLst>
          </p:cNvPr>
          <p:cNvGrpSpPr/>
          <p:nvPr/>
        </p:nvGrpSpPr>
        <p:grpSpPr>
          <a:xfrm>
            <a:off x="470016" y="1733303"/>
            <a:ext cx="3153427" cy="3302569"/>
            <a:chOff x="470016" y="1733303"/>
            <a:chExt cx="3153427" cy="3302569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57DB422D-DB5E-34E2-F49E-9BBAC413EE24}"/>
                </a:ext>
              </a:extLst>
            </p:cNvPr>
            <p:cNvSpPr txBox="1"/>
            <p:nvPr/>
          </p:nvSpPr>
          <p:spPr>
            <a:xfrm>
              <a:off x="470016" y="1733303"/>
              <a:ext cx="31534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fontAlgn="base"/>
              <a:r>
                <a:rPr lang="en-US" dirty="0"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Fragmented </a:t>
              </a:r>
              <a:r>
                <a:rPr lang="en-US" dirty="0">
                  <a:solidFill>
                    <a:schemeClr val="bg2">
                      <a:lumMod val="25000"/>
                      <a:lumOff val="75000"/>
                    </a:schemeClr>
                  </a:solidFill>
                  <a:latin typeface="Lato" panose="020F0502020204030203" pitchFamily="34" charset="0"/>
                  <a:ea typeface="Lato" panose="020F0502020204030203" pitchFamily="34" charset="0"/>
                  <a:cs typeface="Lato" panose="020F0502020204030203" pitchFamily="34" charset="0"/>
                </a:rPr>
                <a:t>Knowledge Base</a:t>
              </a:r>
            </a:p>
          </p:txBody>
        </p:sp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0621B4A0-B469-DD11-51E8-63EF4AD384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98000" contrast="-2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969611" y="2487416"/>
              <a:ext cx="1698971" cy="2548456"/>
            </a:xfrm>
            <a:prstGeom prst="rect">
              <a:avLst/>
            </a:prstGeom>
          </p:spPr>
        </p:pic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C4EAE418-B3B7-EBB1-436A-0E5033107714}"/>
              </a:ext>
            </a:extLst>
          </p:cNvPr>
          <p:cNvCxnSpPr>
            <a:cxnSpLocks/>
          </p:cNvCxnSpPr>
          <p:nvPr/>
        </p:nvCxnSpPr>
        <p:spPr>
          <a:xfrm>
            <a:off x="5466243" y="2141406"/>
            <a:ext cx="3237630" cy="12559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C09F6B13-C335-F596-6CA1-B476D913FD66}"/>
              </a:ext>
            </a:extLst>
          </p:cNvPr>
          <p:cNvCxnSpPr>
            <a:cxnSpLocks/>
          </p:cNvCxnSpPr>
          <p:nvPr/>
        </p:nvCxnSpPr>
        <p:spPr>
          <a:xfrm>
            <a:off x="427915" y="2120306"/>
            <a:ext cx="3237630" cy="12559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8775B136-C209-D7EF-5EAC-26564739E879}"/>
              </a:ext>
            </a:extLst>
          </p:cNvPr>
          <p:cNvGrpSpPr/>
          <p:nvPr/>
        </p:nvGrpSpPr>
        <p:grpSpPr>
          <a:xfrm>
            <a:off x="5454555" y="1729550"/>
            <a:ext cx="2868824" cy="2213594"/>
            <a:chOff x="5454555" y="1729550"/>
            <a:chExt cx="2868824" cy="2213594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CBA61E06-BA89-F458-1E3E-841E0DF569A3}"/>
                </a:ext>
              </a:extLst>
            </p:cNvPr>
            <p:cNvGrpSpPr/>
            <p:nvPr/>
          </p:nvGrpSpPr>
          <p:grpSpPr>
            <a:xfrm>
              <a:off x="5454555" y="1729550"/>
              <a:ext cx="2868824" cy="2213594"/>
              <a:chOff x="5275388" y="1729550"/>
              <a:chExt cx="2868824" cy="2213594"/>
            </a:xfrm>
          </p:grpSpPr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D588FAB4-AA41-A0EA-DC60-3E36A92F1744}"/>
                  </a:ext>
                </a:extLst>
              </p:cNvPr>
              <p:cNvSpPr txBox="1"/>
              <p:nvPr/>
            </p:nvSpPr>
            <p:spPr>
              <a:xfrm>
                <a:off x="5631986" y="1729550"/>
                <a:ext cx="251222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fontAlgn="base"/>
                <a:r>
                  <a:rPr lang="en-US" dirty="0">
                    <a:solidFill>
                      <a:schemeClr val="bg2">
                        <a:lumMod val="25000"/>
                        <a:lumOff val="75000"/>
                      </a:schemeClr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Exams Test </a:t>
                </a:r>
                <a:r>
                  <a:rPr lang="en-US" dirty="0"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In </a:t>
                </a:r>
                <a:r>
                  <a:rPr lang="en-US" dirty="0">
                    <a:solidFill>
                      <a:srgbClr val="FF0000"/>
                    </a:solidFill>
                    <a:latin typeface="Lato" panose="020F0502020204030203" pitchFamily="34" charset="0"/>
                    <a:ea typeface="Lato" panose="020F0502020204030203" pitchFamily="34" charset="0"/>
                    <a:cs typeface="Lato" panose="020F0502020204030203" pitchFamily="34" charset="0"/>
                  </a:rPr>
                  <a:t>Isolation</a:t>
                </a:r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C142AC60-F3DD-89FC-56E9-EADB6C7DC41D}"/>
                  </a:ext>
                </a:extLst>
              </p:cNvPr>
              <p:cNvSpPr/>
              <p:nvPr/>
            </p:nvSpPr>
            <p:spPr>
              <a:xfrm>
                <a:off x="5275388" y="3028744"/>
                <a:ext cx="914400" cy="914400"/>
              </a:xfrm>
              <a:prstGeom prst="ellipse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4" name="Google Shape;12219;p87">
              <a:extLst>
                <a:ext uri="{FF2B5EF4-FFF2-40B4-BE49-F238E27FC236}">
                  <a16:creationId xmlns:a16="http://schemas.microsoft.com/office/drawing/2014/main" id="{1D6580A6-C68B-3A81-4533-69304EA2B2F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571381" y="3097222"/>
              <a:ext cx="741911" cy="743470"/>
            </a:xfrm>
            <a:custGeom>
              <a:avLst/>
              <a:gdLst/>
              <a:ahLst/>
              <a:cxnLst/>
              <a:rect l="l" t="t" r="r" b="b"/>
              <a:pathLst>
                <a:path w="11419" h="11443" extrusionOk="0">
                  <a:moveTo>
                    <a:pt x="4644" y="3560"/>
                  </a:moveTo>
                  <a:lnTo>
                    <a:pt x="4727" y="3655"/>
                  </a:lnTo>
                  <a:lnTo>
                    <a:pt x="4132" y="4263"/>
                  </a:lnTo>
                  <a:cubicBezTo>
                    <a:pt x="3989" y="4084"/>
                    <a:pt x="3965" y="3834"/>
                    <a:pt x="4108" y="3655"/>
                  </a:cubicBezTo>
                  <a:lnTo>
                    <a:pt x="4120" y="3655"/>
                  </a:lnTo>
                  <a:cubicBezTo>
                    <a:pt x="4298" y="3655"/>
                    <a:pt x="4465" y="3620"/>
                    <a:pt x="4644" y="3560"/>
                  </a:cubicBezTo>
                  <a:close/>
                  <a:moveTo>
                    <a:pt x="8751" y="5739"/>
                  </a:moveTo>
                  <a:lnTo>
                    <a:pt x="8918" y="5906"/>
                  </a:lnTo>
                  <a:cubicBezTo>
                    <a:pt x="8944" y="5932"/>
                    <a:pt x="8994" y="5951"/>
                    <a:pt x="9043" y="5951"/>
                  </a:cubicBezTo>
                  <a:cubicBezTo>
                    <a:pt x="9061" y="5951"/>
                    <a:pt x="9080" y="5948"/>
                    <a:pt x="9097" y="5941"/>
                  </a:cubicBezTo>
                  <a:cubicBezTo>
                    <a:pt x="9275" y="5894"/>
                    <a:pt x="9430" y="5858"/>
                    <a:pt x="9597" y="5846"/>
                  </a:cubicBezTo>
                  <a:lnTo>
                    <a:pt x="9704" y="5858"/>
                  </a:lnTo>
                  <a:cubicBezTo>
                    <a:pt x="10478" y="5918"/>
                    <a:pt x="11073" y="6561"/>
                    <a:pt x="11073" y="7335"/>
                  </a:cubicBezTo>
                  <a:cubicBezTo>
                    <a:pt x="11085" y="7454"/>
                    <a:pt x="11073" y="7585"/>
                    <a:pt x="11025" y="7716"/>
                  </a:cubicBezTo>
                  <a:lnTo>
                    <a:pt x="10121" y="6811"/>
                  </a:lnTo>
                  <a:cubicBezTo>
                    <a:pt x="10061" y="6739"/>
                    <a:pt x="9966" y="6692"/>
                    <a:pt x="9870" y="6644"/>
                  </a:cubicBezTo>
                  <a:cubicBezTo>
                    <a:pt x="9787" y="6620"/>
                    <a:pt x="9704" y="6608"/>
                    <a:pt x="9609" y="6608"/>
                  </a:cubicBezTo>
                  <a:cubicBezTo>
                    <a:pt x="9418" y="6608"/>
                    <a:pt x="9239" y="6680"/>
                    <a:pt x="9108" y="6811"/>
                  </a:cubicBezTo>
                  <a:cubicBezTo>
                    <a:pt x="8918" y="7001"/>
                    <a:pt x="8858" y="7299"/>
                    <a:pt x="8942" y="7573"/>
                  </a:cubicBezTo>
                  <a:cubicBezTo>
                    <a:pt x="8978" y="7680"/>
                    <a:pt x="9037" y="7763"/>
                    <a:pt x="9108" y="7823"/>
                  </a:cubicBezTo>
                  <a:lnTo>
                    <a:pt x="10013" y="8728"/>
                  </a:lnTo>
                  <a:cubicBezTo>
                    <a:pt x="9882" y="8775"/>
                    <a:pt x="9751" y="8787"/>
                    <a:pt x="9609" y="8787"/>
                  </a:cubicBezTo>
                  <a:cubicBezTo>
                    <a:pt x="8835" y="8787"/>
                    <a:pt x="8204" y="8180"/>
                    <a:pt x="8156" y="7418"/>
                  </a:cubicBezTo>
                  <a:lnTo>
                    <a:pt x="8144" y="7323"/>
                  </a:lnTo>
                  <a:cubicBezTo>
                    <a:pt x="8144" y="7156"/>
                    <a:pt x="8168" y="6977"/>
                    <a:pt x="8227" y="6811"/>
                  </a:cubicBezTo>
                  <a:cubicBezTo>
                    <a:pt x="8263" y="6751"/>
                    <a:pt x="8239" y="6680"/>
                    <a:pt x="8180" y="6632"/>
                  </a:cubicBezTo>
                  <a:lnTo>
                    <a:pt x="8025" y="6465"/>
                  </a:lnTo>
                  <a:lnTo>
                    <a:pt x="8751" y="5739"/>
                  </a:lnTo>
                  <a:close/>
                  <a:moveTo>
                    <a:pt x="2393" y="6537"/>
                  </a:moveTo>
                  <a:lnTo>
                    <a:pt x="2751" y="6894"/>
                  </a:lnTo>
                  <a:lnTo>
                    <a:pt x="4632" y="8775"/>
                  </a:lnTo>
                  <a:lnTo>
                    <a:pt x="4894" y="9037"/>
                  </a:lnTo>
                  <a:lnTo>
                    <a:pt x="4358" y="9573"/>
                  </a:lnTo>
                  <a:lnTo>
                    <a:pt x="1858" y="7084"/>
                  </a:lnTo>
                  <a:lnTo>
                    <a:pt x="2393" y="6537"/>
                  </a:lnTo>
                  <a:close/>
                  <a:moveTo>
                    <a:pt x="4155" y="0"/>
                  </a:moveTo>
                  <a:cubicBezTo>
                    <a:pt x="3882" y="0"/>
                    <a:pt x="3632" y="60"/>
                    <a:pt x="3382" y="179"/>
                  </a:cubicBezTo>
                  <a:cubicBezTo>
                    <a:pt x="3334" y="203"/>
                    <a:pt x="3286" y="250"/>
                    <a:pt x="3286" y="298"/>
                  </a:cubicBezTo>
                  <a:cubicBezTo>
                    <a:pt x="3274" y="357"/>
                    <a:pt x="3298" y="393"/>
                    <a:pt x="3334" y="441"/>
                  </a:cubicBezTo>
                  <a:lnTo>
                    <a:pt x="4417" y="1524"/>
                  </a:lnTo>
                  <a:cubicBezTo>
                    <a:pt x="4453" y="1560"/>
                    <a:pt x="4477" y="1608"/>
                    <a:pt x="4513" y="1667"/>
                  </a:cubicBezTo>
                  <a:cubicBezTo>
                    <a:pt x="4548" y="1810"/>
                    <a:pt x="4525" y="1965"/>
                    <a:pt x="4417" y="2060"/>
                  </a:cubicBezTo>
                  <a:cubicBezTo>
                    <a:pt x="4346" y="2143"/>
                    <a:pt x="4251" y="2167"/>
                    <a:pt x="4155" y="2167"/>
                  </a:cubicBezTo>
                  <a:cubicBezTo>
                    <a:pt x="4108" y="2167"/>
                    <a:pt x="4060" y="2155"/>
                    <a:pt x="4013" y="2143"/>
                  </a:cubicBezTo>
                  <a:cubicBezTo>
                    <a:pt x="3953" y="2108"/>
                    <a:pt x="3917" y="2096"/>
                    <a:pt x="3882" y="2048"/>
                  </a:cubicBezTo>
                  <a:lnTo>
                    <a:pt x="2798" y="965"/>
                  </a:lnTo>
                  <a:cubicBezTo>
                    <a:pt x="2762" y="928"/>
                    <a:pt x="2725" y="913"/>
                    <a:pt x="2684" y="913"/>
                  </a:cubicBezTo>
                  <a:cubicBezTo>
                    <a:pt x="2671" y="913"/>
                    <a:pt x="2657" y="914"/>
                    <a:pt x="2643" y="917"/>
                  </a:cubicBezTo>
                  <a:cubicBezTo>
                    <a:pt x="2584" y="929"/>
                    <a:pt x="2548" y="965"/>
                    <a:pt x="2524" y="1012"/>
                  </a:cubicBezTo>
                  <a:cubicBezTo>
                    <a:pt x="2405" y="1262"/>
                    <a:pt x="2346" y="1512"/>
                    <a:pt x="2346" y="1786"/>
                  </a:cubicBezTo>
                  <a:cubicBezTo>
                    <a:pt x="2346" y="2239"/>
                    <a:pt x="2524" y="2679"/>
                    <a:pt x="2846" y="3013"/>
                  </a:cubicBezTo>
                  <a:cubicBezTo>
                    <a:pt x="3096" y="3286"/>
                    <a:pt x="3417" y="3465"/>
                    <a:pt x="3798" y="3548"/>
                  </a:cubicBezTo>
                  <a:cubicBezTo>
                    <a:pt x="3655" y="3846"/>
                    <a:pt x="3715" y="4203"/>
                    <a:pt x="3941" y="4465"/>
                  </a:cubicBezTo>
                  <a:lnTo>
                    <a:pt x="3560" y="4846"/>
                  </a:lnTo>
                  <a:cubicBezTo>
                    <a:pt x="3405" y="5001"/>
                    <a:pt x="3334" y="5191"/>
                    <a:pt x="3334" y="5394"/>
                  </a:cubicBezTo>
                  <a:cubicBezTo>
                    <a:pt x="3334" y="5596"/>
                    <a:pt x="3405" y="5775"/>
                    <a:pt x="3524" y="5906"/>
                  </a:cubicBezTo>
                  <a:lnTo>
                    <a:pt x="2917" y="6513"/>
                  </a:lnTo>
                  <a:lnTo>
                    <a:pt x="2560" y="6156"/>
                  </a:lnTo>
                  <a:cubicBezTo>
                    <a:pt x="2530" y="6126"/>
                    <a:pt x="2486" y="6111"/>
                    <a:pt x="2441" y="6111"/>
                  </a:cubicBezTo>
                  <a:cubicBezTo>
                    <a:pt x="2396" y="6111"/>
                    <a:pt x="2352" y="6126"/>
                    <a:pt x="2322" y="6156"/>
                  </a:cubicBezTo>
                  <a:lnTo>
                    <a:pt x="1417" y="7061"/>
                  </a:lnTo>
                  <a:lnTo>
                    <a:pt x="60" y="8418"/>
                  </a:lnTo>
                  <a:cubicBezTo>
                    <a:pt x="0" y="8478"/>
                    <a:pt x="0" y="8597"/>
                    <a:pt x="60" y="8656"/>
                  </a:cubicBezTo>
                  <a:lnTo>
                    <a:pt x="1096" y="9704"/>
                  </a:lnTo>
                  <a:cubicBezTo>
                    <a:pt x="1125" y="9734"/>
                    <a:pt x="1170" y="9748"/>
                    <a:pt x="1215" y="9748"/>
                  </a:cubicBezTo>
                  <a:cubicBezTo>
                    <a:pt x="1259" y="9748"/>
                    <a:pt x="1304" y="9734"/>
                    <a:pt x="1334" y="9704"/>
                  </a:cubicBezTo>
                  <a:cubicBezTo>
                    <a:pt x="1393" y="9644"/>
                    <a:pt x="1393" y="9525"/>
                    <a:pt x="1334" y="9466"/>
                  </a:cubicBezTo>
                  <a:lnTo>
                    <a:pt x="417" y="8537"/>
                  </a:lnTo>
                  <a:lnTo>
                    <a:pt x="1667" y="7287"/>
                  </a:lnTo>
                  <a:lnTo>
                    <a:pt x="4167" y="9787"/>
                  </a:lnTo>
                  <a:lnTo>
                    <a:pt x="2917" y="11037"/>
                  </a:lnTo>
                  <a:lnTo>
                    <a:pt x="1810" y="9942"/>
                  </a:lnTo>
                  <a:cubicBezTo>
                    <a:pt x="1780" y="9912"/>
                    <a:pt x="1736" y="9897"/>
                    <a:pt x="1691" y="9897"/>
                  </a:cubicBezTo>
                  <a:cubicBezTo>
                    <a:pt x="1646" y="9897"/>
                    <a:pt x="1602" y="9912"/>
                    <a:pt x="1572" y="9942"/>
                  </a:cubicBezTo>
                  <a:cubicBezTo>
                    <a:pt x="1512" y="10002"/>
                    <a:pt x="1512" y="10121"/>
                    <a:pt x="1572" y="10180"/>
                  </a:cubicBezTo>
                  <a:lnTo>
                    <a:pt x="2798" y="11395"/>
                  </a:lnTo>
                  <a:cubicBezTo>
                    <a:pt x="2822" y="11430"/>
                    <a:pt x="2870" y="11442"/>
                    <a:pt x="2917" y="11442"/>
                  </a:cubicBezTo>
                  <a:cubicBezTo>
                    <a:pt x="2965" y="11442"/>
                    <a:pt x="3001" y="11430"/>
                    <a:pt x="3036" y="11395"/>
                  </a:cubicBezTo>
                  <a:lnTo>
                    <a:pt x="4394" y="10037"/>
                  </a:lnTo>
                  <a:lnTo>
                    <a:pt x="5298" y="9132"/>
                  </a:lnTo>
                  <a:cubicBezTo>
                    <a:pt x="5322" y="9109"/>
                    <a:pt x="5346" y="9061"/>
                    <a:pt x="5346" y="9013"/>
                  </a:cubicBezTo>
                  <a:cubicBezTo>
                    <a:pt x="5346" y="8966"/>
                    <a:pt x="5322" y="8930"/>
                    <a:pt x="5298" y="8894"/>
                  </a:cubicBezTo>
                  <a:lnTo>
                    <a:pt x="5025" y="8632"/>
                  </a:lnTo>
                  <a:lnTo>
                    <a:pt x="5644" y="8013"/>
                  </a:lnTo>
                  <a:cubicBezTo>
                    <a:pt x="5770" y="8094"/>
                    <a:pt x="5916" y="8135"/>
                    <a:pt x="6062" y="8135"/>
                  </a:cubicBezTo>
                  <a:cubicBezTo>
                    <a:pt x="6217" y="8135"/>
                    <a:pt x="6372" y="8088"/>
                    <a:pt x="6501" y="7989"/>
                  </a:cubicBezTo>
                  <a:cubicBezTo>
                    <a:pt x="6572" y="7930"/>
                    <a:pt x="6596" y="7823"/>
                    <a:pt x="6537" y="7751"/>
                  </a:cubicBezTo>
                  <a:cubicBezTo>
                    <a:pt x="6500" y="7708"/>
                    <a:pt x="6446" y="7682"/>
                    <a:pt x="6393" y="7682"/>
                  </a:cubicBezTo>
                  <a:cubicBezTo>
                    <a:pt x="6360" y="7682"/>
                    <a:pt x="6326" y="7692"/>
                    <a:pt x="6299" y="7716"/>
                  </a:cubicBezTo>
                  <a:cubicBezTo>
                    <a:pt x="6220" y="7778"/>
                    <a:pt x="6131" y="7806"/>
                    <a:pt x="6041" y="7806"/>
                  </a:cubicBezTo>
                  <a:cubicBezTo>
                    <a:pt x="5927" y="7806"/>
                    <a:pt x="5814" y="7760"/>
                    <a:pt x="5727" y="7680"/>
                  </a:cubicBezTo>
                  <a:cubicBezTo>
                    <a:pt x="5703" y="7644"/>
                    <a:pt x="5656" y="7632"/>
                    <a:pt x="5608" y="7632"/>
                  </a:cubicBezTo>
                  <a:cubicBezTo>
                    <a:pt x="5560" y="7632"/>
                    <a:pt x="5525" y="7644"/>
                    <a:pt x="5489" y="7680"/>
                  </a:cubicBezTo>
                  <a:lnTo>
                    <a:pt x="4763" y="8406"/>
                  </a:lnTo>
                  <a:lnTo>
                    <a:pt x="3108" y="6799"/>
                  </a:lnTo>
                  <a:lnTo>
                    <a:pt x="3834" y="6072"/>
                  </a:lnTo>
                  <a:cubicBezTo>
                    <a:pt x="3894" y="6013"/>
                    <a:pt x="3894" y="5894"/>
                    <a:pt x="3834" y="5834"/>
                  </a:cubicBezTo>
                  <a:lnTo>
                    <a:pt x="3751" y="5739"/>
                  </a:lnTo>
                  <a:cubicBezTo>
                    <a:pt x="3655" y="5644"/>
                    <a:pt x="3620" y="5549"/>
                    <a:pt x="3620" y="5430"/>
                  </a:cubicBezTo>
                  <a:cubicBezTo>
                    <a:pt x="3620" y="5310"/>
                    <a:pt x="3655" y="5203"/>
                    <a:pt x="3751" y="5108"/>
                  </a:cubicBezTo>
                  <a:lnTo>
                    <a:pt x="4251" y="4608"/>
                  </a:lnTo>
                  <a:lnTo>
                    <a:pt x="5096" y="3763"/>
                  </a:lnTo>
                  <a:lnTo>
                    <a:pt x="6013" y="2846"/>
                  </a:lnTo>
                  <a:cubicBezTo>
                    <a:pt x="6025" y="2834"/>
                    <a:pt x="6037" y="2822"/>
                    <a:pt x="6049" y="2822"/>
                  </a:cubicBezTo>
                  <a:cubicBezTo>
                    <a:pt x="6106" y="2780"/>
                    <a:pt x="6170" y="2761"/>
                    <a:pt x="6233" y="2761"/>
                  </a:cubicBezTo>
                  <a:cubicBezTo>
                    <a:pt x="6314" y="2761"/>
                    <a:pt x="6393" y="2792"/>
                    <a:pt x="6453" y="2846"/>
                  </a:cubicBezTo>
                  <a:lnTo>
                    <a:pt x="6477" y="2870"/>
                  </a:lnTo>
                  <a:cubicBezTo>
                    <a:pt x="6572" y="2965"/>
                    <a:pt x="6596" y="3132"/>
                    <a:pt x="6501" y="3263"/>
                  </a:cubicBezTo>
                  <a:cubicBezTo>
                    <a:pt x="6489" y="3286"/>
                    <a:pt x="6477" y="3298"/>
                    <a:pt x="6477" y="3310"/>
                  </a:cubicBezTo>
                  <a:lnTo>
                    <a:pt x="5477" y="4310"/>
                  </a:lnTo>
                  <a:cubicBezTo>
                    <a:pt x="5418" y="4370"/>
                    <a:pt x="5418" y="4489"/>
                    <a:pt x="5477" y="4548"/>
                  </a:cubicBezTo>
                  <a:cubicBezTo>
                    <a:pt x="5501" y="4584"/>
                    <a:pt x="5549" y="4596"/>
                    <a:pt x="5596" y="4596"/>
                  </a:cubicBezTo>
                  <a:cubicBezTo>
                    <a:pt x="5644" y="4596"/>
                    <a:pt x="5679" y="4572"/>
                    <a:pt x="5715" y="4548"/>
                  </a:cubicBezTo>
                  <a:lnTo>
                    <a:pt x="6715" y="3548"/>
                  </a:lnTo>
                  <a:cubicBezTo>
                    <a:pt x="6727" y="3536"/>
                    <a:pt x="6739" y="3525"/>
                    <a:pt x="6751" y="3525"/>
                  </a:cubicBezTo>
                  <a:cubicBezTo>
                    <a:pt x="6805" y="3481"/>
                    <a:pt x="6872" y="3460"/>
                    <a:pt x="6939" y="3460"/>
                  </a:cubicBezTo>
                  <a:cubicBezTo>
                    <a:pt x="7018" y="3460"/>
                    <a:pt x="7098" y="3490"/>
                    <a:pt x="7156" y="3548"/>
                  </a:cubicBezTo>
                  <a:lnTo>
                    <a:pt x="7168" y="3560"/>
                  </a:lnTo>
                  <a:cubicBezTo>
                    <a:pt x="7275" y="3667"/>
                    <a:pt x="7287" y="3834"/>
                    <a:pt x="7203" y="3965"/>
                  </a:cubicBezTo>
                  <a:cubicBezTo>
                    <a:pt x="7192" y="3989"/>
                    <a:pt x="7192" y="4001"/>
                    <a:pt x="7168" y="4013"/>
                  </a:cubicBezTo>
                  <a:lnTo>
                    <a:pt x="6180" y="5013"/>
                  </a:lnTo>
                  <a:cubicBezTo>
                    <a:pt x="6120" y="5072"/>
                    <a:pt x="6120" y="5191"/>
                    <a:pt x="6180" y="5251"/>
                  </a:cubicBezTo>
                  <a:cubicBezTo>
                    <a:pt x="6203" y="5275"/>
                    <a:pt x="6251" y="5299"/>
                    <a:pt x="6299" y="5299"/>
                  </a:cubicBezTo>
                  <a:cubicBezTo>
                    <a:pt x="6334" y="5299"/>
                    <a:pt x="6382" y="5275"/>
                    <a:pt x="6418" y="5251"/>
                  </a:cubicBezTo>
                  <a:lnTo>
                    <a:pt x="7406" y="4251"/>
                  </a:lnTo>
                  <a:cubicBezTo>
                    <a:pt x="7430" y="4239"/>
                    <a:pt x="7442" y="4215"/>
                    <a:pt x="7454" y="4215"/>
                  </a:cubicBezTo>
                  <a:cubicBezTo>
                    <a:pt x="7506" y="4179"/>
                    <a:pt x="7569" y="4160"/>
                    <a:pt x="7633" y="4160"/>
                  </a:cubicBezTo>
                  <a:cubicBezTo>
                    <a:pt x="7715" y="4160"/>
                    <a:pt x="7798" y="4191"/>
                    <a:pt x="7858" y="4251"/>
                  </a:cubicBezTo>
                  <a:lnTo>
                    <a:pt x="7870" y="4263"/>
                  </a:lnTo>
                  <a:cubicBezTo>
                    <a:pt x="7977" y="4370"/>
                    <a:pt x="7989" y="4537"/>
                    <a:pt x="7906" y="4668"/>
                  </a:cubicBezTo>
                  <a:cubicBezTo>
                    <a:pt x="7882" y="4679"/>
                    <a:pt x="7882" y="4703"/>
                    <a:pt x="7870" y="4715"/>
                  </a:cubicBezTo>
                  <a:lnTo>
                    <a:pt x="6870" y="5715"/>
                  </a:lnTo>
                  <a:cubicBezTo>
                    <a:pt x="6811" y="5775"/>
                    <a:pt x="6811" y="5894"/>
                    <a:pt x="6870" y="5953"/>
                  </a:cubicBezTo>
                  <a:cubicBezTo>
                    <a:pt x="6906" y="5977"/>
                    <a:pt x="6953" y="5989"/>
                    <a:pt x="6989" y="5989"/>
                  </a:cubicBezTo>
                  <a:cubicBezTo>
                    <a:pt x="7037" y="5989"/>
                    <a:pt x="7084" y="5977"/>
                    <a:pt x="7108" y="5953"/>
                  </a:cubicBezTo>
                  <a:lnTo>
                    <a:pt x="8108" y="4953"/>
                  </a:lnTo>
                  <a:cubicBezTo>
                    <a:pt x="8120" y="4941"/>
                    <a:pt x="8144" y="4918"/>
                    <a:pt x="8156" y="4918"/>
                  </a:cubicBezTo>
                  <a:cubicBezTo>
                    <a:pt x="8208" y="4881"/>
                    <a:pt x="8272" y="4863"/>
                    <a:pt x="8335" y="4863"/>
                  </a:cubicBezTo>
                  <a:cubicBezTo>
                    <a:pt x="8418" y="4863"/>
                    <a:pt x="8501" y="4893"/>
                    <a:pt x="8561" y="4953"/>
                  </a:cubicBezTo>
                  <a:lnTo>
                    <a:pt x="8573" y="4965"/>
                  </a:lnTo>
                  <a:cubicBezTo>
                    <a:pt x="8680" y="5072"/>
                    <a:pt x="8692" y="5239"/>
                    <a:pt x="8597" y="5370"/>
                  </a:cubicBezTo>
                  <a:cubicBezTo>
                    <a:pt x="8585" y="5382"/>
                    <a:pt x="8573" y="5394"/>
                    <a:pt x="8573" y="5418"/>
                  </a:cubicBezTo>
                  <a:lnTo>
                    <a:pt x="6715" y="7275"/>
                  </a:lnTo>
                  <a:cubicBezTo>
                    <a:pt x="6656" y="7335"/>
                    <a:pt x="6656" y="7454"/>
                    <a:pt x="6715" y="7513"/>
                  </a:cubicBezTo>
                  <a:cubicBezTo>
                    <a:pt x="6739" y="7537"/>
                    <a:pt x="6787" y="7561"/>
                    <a:pt x="6834" y="7561"/>
                  </a:cubicBezTo>
                  <a:cubicBezTo>
                    <a:pt x="6870" y="7561"/>
                    <a:pt x="6918" y="7537"/>
                    <a:pt x="6953" y="7513"/>
                  </a:cubicBezTo>
                  <a:lnTo>
                    <a:pt x="7787" y="6680"/>
                  </a:lnTo>
                  <a:lnTo>
                    <a:pt x="7870" y="6763"/>
                  </a:lnTo>
                  <a:cubicBezTo>
                    <a:pt x="7811" y="6942"/>
                    <a:pt x="7787" y="7120"/>
                    <a:pt x="7787" y="7287"/>
                  </a:cubicBezTo>
                  <a:lnTo>
                    <a:pt x="7787" y="7299"/>
                  </a:lnTo>
                  <a:lnTo>
                    <a:pt x="7799" y="7406"/>
                  </a:lnTo>
                  <a:cubicBezTo>
                    <a:pt x="7823" y="7870"/>
                    <a:pt x="8037" y="8287"/>
                    <a:pt x="8358" y="8597"/>
                  </a:cubicBezTo>
                  <a:cubicBezTo>
                    <a:pt x="8692" y="8906"/>
                    <a:pt x="9132" y="9085"/>
                    <a:pt x="9597" y="9085"/>
                  </a:cubicBezTo>
                  <a:cubicBezTo>
                    <a:pt x="9870" y="9085"/>
                    <a:pt x="10121" y="9025"/>
                    <a:pt x="10371" y="8906"/>
                  </a:cubicBezTo>
                  <a:cubicBezTo>
                    <a:pt x="10418" y="8882"/>
                    <a:pt x="10466" y="8835"/>
                    <a:pt x="10466" y="8787"/>
                  </a:cubicBezTo>
                  <a:cubicBezTo>
                    <a:pt x="10478" y="8728"/>
                    <a:pt x="10442" y="8692"/>
                    <a:pt x="10418" y="8644"/>
                  </a:cubicBezTo>
                  <a:lnTo>
                    <a:pt x="9335" y="7537"/>
                  </a:lnTo>
                  <a:cubicBezTo>
                    <a:pt x="9287" y="7501"/>
                    <a:pt x="9251" y="7454"/>
                    <a:pt x="9251" y="7406"/>
                  </a:cubicBezTo>
                  <a:cubicBezTo>
                    <a:pt x="9192" y="7263"/>
                    <a:pt x="9239" y="7108"/>
                    <a:pt x="9347" y="7001"/>
                  </a:cubicBezTo>
                  <a:cubicBezTo>
                    <a:pt x="9418" y="6930"/>
                    <a:pt x="9513" y="6882"/>
                    <a:pt x="9609" y="6882"/>
                  </a:cubicBezTo>
                  <a:cubicBezTo>
                    <a:pt x="9656" y="6882"/>
                    <a:pt x="9704" y="6906"/>
                    <a:pt x="9751" y="6918"/>
                  </a:cubicBezTo>
                  <a:cubicBezTo>
                    <a:pt x="9811" y="6942"/>
                    <a:pt x="9847" y="6965"/>
                    <a:pt x="9882" y="7001"/>
                  </a:cubicBezTo>
                  <a:lnTo>
                    <a:pt x="10966" y="8097"/>
                  </a:lnTo>
                  <a:cubicBezTo>
                    <a:pt x="11000" y="8122"/>
                    <a:pt x="11034" y="8142"/>
                    <a:pt x="11073" y="8142"/>
                  </a:cubicBezTo>
                  <a:cubicBezTo>
                    <a:pt x="11088" y="8142"/>
                    <a:pt x="11104" y="8139"/>
                    <a:pt x="11121" y="8132"/>
                  </a:cubicBezTo>
                  <a:cubicBezTo>
                    <a:pt x="11180" y="8120"/>
                    <a:pt x="11216" y="8097"/>
                    <a:pt x="11240" y="8049"/>
                  </a:cubicBezTo>
                  <a:cubicBezTo>
                    <a:pt x="11359" y="7799"/>
                    <a:pt x="11418" y="7537"/>
                    <a:pt x="11418" y="7275"/>
                  </a:cubicBezTo>
                  <a:cubicBezTo>
                    <a:pt x="11418" y="6858"/>
                    <a:pt x="11252" y="6430"/>
                    <a:pt x="10918" y="6084"/>
                  </a:cubicBezTo>
                  <a:cubicBezTo>
                    <a:pt x="10609" y="5751"/>
                    <a:pt x="10180" y="5549"/>
                    <a:pt x="9728" y="5513"/>
                  </a:cubicBezTo>
                  <a:lnTo>
                    <a:pt x="9632" y="5501"/>
                  </a:lnTo>
                  <a:lnTo>
                    <a:pt x="9609" y="5501"/>
                  </a:lnTo>
                  <a:cubicBezTo>
                    <a:pt x="9454" y="5501"/>
                    <a:pt x="9275" y="5537"/>
                    <a:pt x="9097" y="5596"/>
                  </a:cubicBezTo>
                  <a:lnTo>
                    <a:pt x="8954" y="5453"/>
                  </a:lnTo>
                  <a:cubicBezTo>
                    <a:pt x="9049" y="5215"/>
                    <a:pt x="9001" y="4953"/>
                    <a:pt x="8811" y="4763"/>
                  </a:cubicBezTo>
                  <a:lnTo>
                    <a:pt x="8799" y="4739"/>
                  </a:lnTo>
                  <a:cubicBezTo>
                    <a:pt x="8656" y="4608"/>
                    <a:pt x="8477" y="4548"/>
                    <a:pt x="8299" y="4548"/>
                  </a:cubicBezTo>
                  <a:cubicBezTo>
                    <a:pt x="8323" y="4370"/>
                    <a:pt x="8239" y="4191"/>
                    <a:pt x="8108" y="4060"/>
                  </a:cubicBezTo>
                  <a:lnTo>
                    <a:pt x="8096" y="4048"/>
                  </a:lnTo>
                  <a:cubicBezTo>
                    <a:pt x="7965" y="3906"/>
                    <a:pt x="7775" y="3846"/>
                    <a:pt x="7596" y="3846"/>
                  </a:cubicBezTo>
                  <a:cubicBezTo>
                    <a:pt x="7620" y="3667"/>
                    <a:pt x="7537" y="3489"/>
                    <a:pt x="7406" y="3358"/>
                  </a:cubicBezTo>
                  <a:lnTo>
                    <a:pt x="7394" y="3346"/>
                  </a:lnTo>
                  <a:cubicBezTo>
                    <a:pt x="7263" y="3215"/>
                    <a:pt x="7084" y="3155"/>
                    <a:pt x="6906" y="3155"/>
                  </a:cubicBezTo>
                  <a:cubicBezTo>
                    <a:pt x="6918" y="2977"/>
                    <a:pt x="6846" y="2798"/>
                    <a:pt x="6703" y="2655"/>
                  </a:cubicBezTo>
                  <a:lnTo>
                    <a:pt x="6692" y="2643"/>
                  </a:lnTo>
                  <a:cubicBezTo>
                    <a:pt x="6565" y="2516"/>
                    <a:pt x="6400" y="2453"/>
                    <a:pt x="6235" y="2453"/>
                  </a:cubicBezTo>
                  <a:cubicBezTo>
                    <a:pt x="6152" y="2453"/>
                    <a:pt x="6068" y="2469"/>
                    <a:pt x="5989" y="2501"/>
                  </a:cubicBezTo>
                  <a:lnTo>
                    <a:pt x="5858" y="2358"/>
                  </a:lnTo>
                  <a:cubicBezTo>
                    <a:pt x="5918" y="2179"/>
                    <a:pt x="5953" y="2001"/>
                    <a:pt x="5953" y="1846"/>
                  </a:cubicBezTo>
                  <a:lnTo>
                    <a:pt x="5953" y="1822"/>
                  </a:lnTo>
                  <a:lnTo>
                    <a:pt x="5930" y="1727"/>
                  </a:lnTo>
                  <a:cubicBezTo>
                    <a:pt x="5918" y="1465"/>
                    <a:pt x="5846" y="1215"/>
                    <a:pt x="5727" y="988"/>
                  </a:cubicBezTo>
                  <a:cubicBezTo>
                    <a:pt x="5693" y="937"/>
                    <a:pt x="5628" y="898"/>
                    <a:pt x="5567" y="898"/>
                  </a:cubicBezTo>
                  <a:cubicBezTo>
                    <a:pt x="5544" y="898"/>
                    <a:pt x="5521" y="904"/>
                    <a:pt x="5501" y="917"/>
                  </a:cubicBezTo>
                  <a:cubicBezTo>
                    <a:pt x="5429" y="965"/>
                    <a:pt x="5382" y="1072"/>
                    <a:pt x="5429" y="1143"/>
                  </a:cubicBezTo>
                  <a:cubicBezTo>
                    <a:pt x="5537" y="1334"/>
                    <a:pt x="5596" y="1524"/>
                    <a:pt x="5608" y="1739"/>
                  </a:cubicBezTo>
                  <a:lnTo>
                    <a:pt x="5620" y="1846"/>
                  </a:lnTo>
                  <a:cubicBezTo>
                    <a:pt x="5620" y="2001"/>
                    <a:pt x="5596" y="2167"/>
                    <a:pt x="5513" y="2346"/>
                  </a:cubicBezTo>
                  <a:cubicBezTo>
                    <a:pt x="5489" y="2405"/>
                    <a:pt x="5513" y="2477"/>
                    <a:pt x="5560" y="2524"/>
                  </a:cubicBezTo>
                  <a:lnTo>
                    <a:pt x="5727" y="2691"/>
                  </a:lnTo>
                  <a:lnTo>
                    <a:pt x="5001" y="3417"/>
                  </a:lnTo>
                  <a:lnTo>
                    <a:pt x="4834" y="3251"/>
                  </a:lnTo>
                  <a:cubicBezTo>
                    <a:pt x="4800" y="3225"/>
                    <a:pt x="4753" y="3205"/>
                    <a:pt x="4707" y="3205"/>
                  </a:cubicBezTo>
                  <a:cubicBezTo>
                    <a:pt x="4690" y="3205"/>
                    <a:pt x="4672" y="3208"/>
                    <a:pt x="4656" y="3215"/>
                  </a:cubicBezTo>
                  <a:cubicBezTo>
                    <a:pt x="4477" y="3274"/>
                    <a:pt x="4310" y="3298"/>
                    <a:pt x="4155" y="3298"/>
                  </a:cubicBezTo>
                  <a:lnTo>
                    <a:pt x="4048" y="3286"/>
                  </a:lnTo>
                  <a:cubicBezTo>
                    <a:pt x="3274" y="3227"/>
                    <a:pt x="2679" y="2584"/>
                    <a:pt x="2679" y="1822"/>
                  </a:cubicBezTo>
                  <a:cubicBezTo>
                    <a:pt x="2679" y="1691"/>
                    <a:pt x="2691" y="1560"/>
                    <a:pt x="2739" y="1429"/>
                  </a:cubicBezTo>
                  <a:lnTo>
                    <a:pt x="3644" y="2334"/>
                  </a:lnTo>
                  <a:cubicBezTo>
                    <a:pt x="3703" y="2405"/>
                    <a:pt x="3798" y="2453"/>
                    <a:pt x="3894" y="2501"/>
                  </a:cubicBezTo>
                  <a:cubicBezTo>
                    <a:pt x="3989" y="2524"/>
                    <a:pt x="4060" y="2536"/>
                    <a:pt x="4155" y="2536"/>
                  </a:cubicBezTo>
                  <a:cubicBezTo>
                    <a:pt x="4346" y="2536"/>
                    <a:pt x="4525" y="2465"/>
                    <a:pt x="4656" y="2334"/>
                  </a:cubicBezTo>
                  <a:cubicBezTo>
                    <a:pt x="4846" y="2143"/>
                    <a:pt x="4929" y="1846"/>
                    <a:pt x="4822" y="1572"/>
                  </a:cubicBezTo>
                  <a:lnTo>
                    <a:pt x="4822" y="1560"/>
                  </a:lnTo>
                  <a:cubicBezTo>
                    <a:pt x="4787" y="1489"/>
                    <a:pt x="4751" y="1393"/>
                    <a:pt x="4656" y="1310"/>
                  </a:cubicBezTo>
                  <a:lnTo>
                    <a:pt x="3751" y="393"/>
                  </a:lnTo>
                  <a:cubicBezTo>
                    <a:pt x="3882" y="357"/>
                    <a:pt x="4013" y="334"/>
                    <a:pt x="4144" y="334"/>
                  </a:cubicBezTo>
                  <a:cubicBezTo>
                    <a:pt x="4489" y="334"/>
                    <a:pt x="4798" y="441"/>
                    <a:pt x="5060" y="655"/>
                  </a:cubicBezTo>
                  <a:cubicBezTo>
                    <a:pt x="5088" y="678"/>
                    <a:pt x="5121" y="689"/>
                    <a:pt x="5155" y="689"/>
                  </a:cubicBezTo>
                  <a:cubicBezTo>
                    <a:pt x="5208" y="689"/>
                    <a:pt x="5262" y="663"/>
                    <a:pt x="5298" y="619"/>
                  </a:cubicBezTo>
                  <a:cubicBezTo>
                    <a:pt x="5358" y="548"/>
                    <a:pt x="5346" y="441"/>
                    <a:pt x="5263" y="381"/>
                  </a:cubicBezTo>
                  <a:cubicBezTo>
                    <a:pt x="4941" y="131"/>
                    <a:pt x="4548" y="0"/>
                    <a:pt x="415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</p:spTree>
    <p:extLst>
      <p:ext uri="{BB962C8B-B14F-4D97-AF65-F5344CB8AC3E}">
        <p14:creationId xmlns:p14="http://schemas.microsoft.com/office/powerpoint/2010/main" val="229041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D62656-6899-13FF-569D-E1EFFCFDE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0" descr="/tmp/certops-slides/screenshots/homepage.png">
            <a:extLst>
              <a:ext uri="{FF2B5EF4-FFF2-40B4-BE49-F238E27FC236}">
                <a16:creationId xmlns:a16="http://schemas.microsoft.com/office/drawing/2014/main" id="{42B91531-A047-0E5C-E6D1-C950D5D64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1450"/>
            <a:ext cx="7680960" cy="4800600"/>
          </a:xfrm>
          <a:prstGeom prst="rect">
            <a:avLst/>
          </a:prstGeom>
          <a:effectLst>
            <a:glow rad="12700">
              <a:schemeClr val="accent1">
                <a:alpha val="40000"/>
              </a:schemeClr>
            </a:glow>
            <a:outerShdw blurRad="76200" dist="25400" dir="8100000" algn="bl" rotWithShape="0">
              <a:srgbClr val="000000">
                <a:alpha val="30000"/>
              </a:srgbClr>
            </a:outerShdw>
            <a:softEdge rad="246062"/>
          </a:effectLst>
        </p:spPr>
      </p:pic>
    </p:spTree>
    <p:extLst>
      <p:ext uri="{BB962C8B-B14F-4D97-AF65-F5344CB8AC3E}">
        <p14:creationId xmlns:p14="http://schemas.microsoft.com/office/powerpoint/2010/main" val="4685624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F85726-B934-7937-0274-8A9F9BBAF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13EDA46-1535-4F57-15B1-8131E6B1EE5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6484"/>
          <a:stretch>
            <a:fillRect/>
          </a:stretch>
        </p:blipFill>
        <p:spPr>
          <a:xfrm>
            <a:off x="148181" y="340146"/>
            <a:ext cx="8847638" cy="2231604"/>
          </a:xfrm>
          <a:prstGeom prst="rect">
            <a:avLst/>
          </a:prstGeom>
        </p:spPr>
      </p:pic>
      <p:pic>
        <p:nvPicPr>
          <p:cNvPr id="10" name="Image 0" descr="/tmp/certops-slides/screenshots/homepage.png">
            <a:extLst>
              <a:ext uri="{FF2B5EF4-FFF2-40B4-BE49-F238E27FC236}">
                <a16:creationId xmlns:a16="http://schemas.microsoft.com/office/drawing/2014/main" id="{AD8DF6D9-9172-4468-9FBC-D9A62497CC8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298" t="29706" r="17441" b="42067"/>
          <a:stretch>
            <a:fillRect/>
          </a:stretch>
        </p:blipFill>
        <p:spPr>
          <a:xfrm>
            <a:off x="2065662" y="3402835"/>
            <a:ext cx="5012675" cy="1355076"/>
          </a:xfrm>
          <a:prstGeom prst="rect">
            <a:avLst/>
          </a:prstGeom>
          <a:effectLst>
            <a:softEdge rad="63500"/>
          </a:effectLst>
        </p:spPr>
      </p:pic>
    </p:spTree>
    <p:extLst>
      <p:ext uri="{BB962C8B-B14F-4D97-AF65-F5344CB8AC3E}">
        <p14:creationId xmlns:p14="http://schemas.microsoft.com/office/powerpoint/2010/main" val="4148440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303D30-BAA4-7F32-122B-4A4E76163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E9D1B04-AD45-1D14-C48D-45CAB1CFCE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" r="65103" b="26484"/>
          <a:stretch>
            <a:fillRect/>
          </a:stretch>
        </p:blipFill>
        <p:spPr>
          <a:xfrm>
            <a:off x="2487142" y="-1076319"/>
            <a:ext cx="6656858" cy="4811371"/>
          </a:xfrm>
          <a:prstGeom prst="rect">
            <a:avLst/>
          </a:prstGeom>
        </p:spPr>
      </p:pic>
      <p:pic>
        <p:nvPicPr>
          <p:cNvPr id="2" name="Image 0" descr="/tmp/certops-slides/screenshots/homepage.png">
            <a:extLst>
              <a:ext uri="{FF2B5EF4-FFF2-40B4-BE49-F238E27FC236}">
                <a16:creationId xmlns:a16="http://schemas.microsoft.com/office/drawing/2014/main" id="{A07970D8-0946-0AC7-6F88-DF80EE6ED97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298" t="29706" r="17441" b="42067"/>
          <a:stretch>
            <a:fillRect/>
          </a:stretch>
        </p:blipFill>
        <p:spPr>
          <a:xfrm>
            <a:off x="2065662" y="3402835"/>
            <a:ext cx="5012675" cy="1355076"/>
          </a:xfrm>
          <a:prstGeom prst="rect">
            <a:avLst/>
          </a:prstGeom>
          <a:effectLst>
            <a:softEdge rad="63500"/>
          </a:effectLst>
        </p:spPr>
      </p:pic>
    </p:spTree>
    <p:extLst>
      <p:ext uri="{BB962C8B-B14F-4D97-AF65-F5344CB8AC3E}">
        <p14:creationId xmlns:p14="http://schemas.microsoft.com/office/powerpoint/2010/main" val="19905328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2A3B46-0FC5-2E85-F360-2C0E7256C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76994A1-15AF-01C8-EBD1-099ABC020FA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659" t="-139" r="76" b="26623"/>
          <a:stretch>
            <a:fillRect/>
          </a:stretch>
        </p:blipFill>
        <p:spPr>
          <a:xfrm>
            <a:off x="-106878" y="0"/>
            <a:ext cx="9132125" cy="3020190"/>
          </a:xfrm>
          <a:prstGeom prst="rect">
            <a:avLst/>
          </a:prstGeom>
        </p:spPr>
      </p:pic>
      <p:pic>
        <p:nvPicPr>
          <p:cNvPr id="9" name="Image 0" descr="/tmp/certops-slides/screenshots/homepage.png">
            <a:extLst>
              <a:ext uri="{FF2B5EF4-FFF2-40B4-BE49-F238E27FC236}">
                <a16:creationId xmlns:a16="http://schemas.microsoft.com/office/drawing/2014/main" id="{528DA08C-B6F7-66FE-8FCA-8A48D26234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298" t="29706" r="17441" b="42067"/>
          <a:stretch>
            <a:fillRect/>
          </a:stretch>
        </p:blipFill>
        <p:spPr>
          <a:xfrm>
            <a:off x="2065662" y="3402835"/>
            <a:ext cx="5012675" cy="1355076"/>
          </a:xfrm>
          <a:prstGeom prst="rect">
            <a:avLst/>
          </a:prstGeom>
          <a:effectLst>
            <a:softEdge rad="63500"/>
          </a:effectLst>
        </p:spPr>
      </p:pic>
    </p:spTree>
    <p:extLst>
      <p:ext uri="{BB962C8B-B14F-4D97-AF65-F5344CB8AC3E}">
        <p14:creationId xmlns:p14="http://schemas.microsoft.com/office/powerpoint/2010/main" val="41759834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7500F8-1F7C-BC28-1FE5-37499FC77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0" descr="/tmp/certops-slides/screenshots/homepage.png">
            <a:extLst>
              <a:ext uri="{FF2B5EF4-FFF2-40B4-BE49-F238E27FC236}">
                <a16:creationId xmlns:a16="http://schemas.microsoft.com/office/drawing/2014/main" id="{BD2C7557-2F95-E7EA-0890-D4C5983AAA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98" t="29706" r="17441" b="42067"/>
          <a:stretch>
            <a:fillRect/>
          </a:stretch>
        </p:blipFill>
        <p:spPr>
          <a:xfrm>
            <a:off x="2065662" y="3402835"/>
            <a:ext cx="5012675" cy="1355076"/>
          </a:xfrm>
          <a:prstGeom prst="rect">
            <a:avLst/>
          </a:prstGeom>
          <a:effectLst>
            <a:softEdge rad="63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831B76D-E39D-C66B-1FFC-D36B4C0D30B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6773"/>
          <a:stretch>
            <a:fillRect/>
          </a:stretch>
        </p:blipFill>
        <p:spPr>
          <a:xfrm>
            <a:off x="666750" y="1752600"/>
            <a:ext cx="7772400" cy="1030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613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BA1302-4CE3-880B-3391-FB47729CB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859;p7" descr="Badge Question Mark with solid fill">
            <a:extLst>
              <a:ext uri="{FF2B5EF4-FFF2-40B4-BE49-F238E27FC236}">
                <a16:creationId xmlns:a16="http://schemas.microsoft.com/office/drawing/2014/main" id="{D02F25E2-AA80-93DE-0025-FC07E44B2EB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15668" y="2456257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860;p7">
            <a:extLst>
              <a:ext uri="{FF2B5EF4-FFF2-40B4-BE49-F238E27FC236}">
                <a16:creationId xmlns:a16="http://schemas.microsoft.com/office/drawing/2014/main" id="{7A04B7E3-4873-9F1B-B2B0-D016176D0BC0}"/>
              </a:ext>
            </a:extLst>
          </p:cNvPr>
          <p:cNvSpPr txBox="1"/>
          <p:nvPr/>
        </p:nvSpPr>
        <p:spPr>
          <a:xfrm>
            <a:off x="2501240" y="1396181"/>
            <a:ext cx="4141520" cy="1064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Lato Black"/>
              <a:buNone/>
            </a:pPr>
            <a:r>
              <a:rPr lang="en-US" sz="7000" b="0" i="0" dirty="0">
                <a:solidFill>
                  <a:schemeClr val="lt1"/>
                </a:solidFill>
                <a:latin typeface="Lato Black"/>
                <a:ea typeface="Lato Black"/>
                <a:cs typeface="Lato Black"/>
                <a:sym typeface="Lato Black"/>
              </a:rPr>
              <a:t>Questions</a:t>
            </a:r>
            <a:endParaRPr sz="7000" b="0" i="0" dirty="0">
              <a:solidFill>
                <a:schemeClr val="lt1"/>
              </a:solidFill>
              <a:latin typeface="Lato Black"/>
              <a:ea typeface="Lato Black"/>
              <a:cs typeface="Lato Black"/>
              <a:sym typeface="Lato Black"/>
            </a:endParaRPr>
          </a:p>
        </p:txBody>
      </p:sp>
    </p:spTree>
    <p:extLst>
      <p:ext uri="{BB962C8B-B14F-4D97-AF65-F5344CB8AC3E}">
        <p14:creationId xmlns:p14="http://schemas.microsoft.com/office/powerpoint/2010/main" val="2111548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21FA4D-5C74-9EED-D69B-7A3DD9348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859;p7" descr="Badge Question Mark with solid fill">
            <a:extLst>
              <a:ext uri="{FF2B5EF4-FFF2-40B4-BE49-F238E27FC236}">
                <a16:creationId xmlns:a16="http://schemas.microsoft.com/office/drawing/2014/main" id="{7223A2E1-CCE9-C304-754A-4A3D4368C2B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15668" y="2456257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860;p7">
            <a:extLst>
              <a:ext uri="{FF2B5EF4-FFF2-40B4-BE49-F238E27FC236}">
                <a16:creationId xmlns:a16="http://schemas.microsoft.com/office/drawing/2014/main" id="{E4389AE7-5793-2421-4E94-36F0D73FCF98}"/>
              </a:ext>
            </a:extLst>
          </p:cNvPr>
          <p:cNvSpPr txBox="1"/>
          <p:nvPr/>
        </p:nvSpPr>
        <p:spPr>
          <a:xfrm>
            <a:off x="2501240" y="1396181"/>
            <a:ext cx="4141520" cy="1064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Lato Black"/>
              <a:buNone/>
            </a:pPr>
            <a:r>
              <a:rPr lang="en-US" sz="7000" b="0" i="0" dirty="0">
                <a:solidFill>
                  <a:schemeClr val="lt1"/>
                </a:solidFill>
                <a:latin typeface="Lato Black"/>
                <a:ea typeface="Lato Black"/>
                <a:cs typeface="Lato Black"/>
                <a:sym typeface="Lato Black"/>
              </a:rPr>
              <a:t>Questions</a:t>
            </a:r>
            <a:endParaRPr sz="7000" b="0" i="0" dirty="0">
              <a:solidFill>
                <a:schemeClr val="lt1"/>
              </a:solidFill>
              <a:latin typeface="Lato Black"/>
              <a:ea typeface="Lato Black"/>
              <a:cs typeface="Lato Black"/>
              <a:sym typeface="Lato Black"/>
            </a:endParaRPr>
          </a:p>
        </p:txBody>
      </p:sp>
    </p:spTree>
    <p:extLst>
      <p:ext uri="{BB962C8B-B14F-4D97-AF65-F5344CB8AC3E}">
        <p14:creationId xmlns:p14="http://schemas.microsoft.com/office/powerpoint/2010/main" val="1512180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887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r>
              <a:rPr lang="en-US" sz="4400" b="1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21945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Design. Assess. Certify. — All AI-powered.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733B31-D24F-4E68-27AE-7B7129ECD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219;p87">
            <a:extLst>
              <a:ext uri="{FF2B5EF4-FFF2-40B4-BE49-F238E27FC236}">
                <a16:creationId xmlns:a16="http://schemas.microsoft.com/office/drawing/2014/main" id="{39E73F47-5AFB-1223-9419-52001A83374D}"/>
              </a:ext>
            </a:extLst>
          </p:cNvPr>
          <p:cNvSpPr>
            <a:spLocks noChangeAspect="1"/>
          </p:cNvSpPr>
          <p:nvPr/>
        </p:nvSpPr>
        <p:spPr>
          <a:xfrm>
            <a:off x="1020726" y="1931193"/>
            <a:ext cx="1964846" cy="1968974"/>
          </a:xfrm>
          <a:custGeom>
            <a:avLst/>
            <a:gdLst/>
            <a:ahLst/>
            <a:cxnLst/>
            <a:rect l="l" t="t" r="r" b="b"/>
            <a:pathLst>
              <a:path w="11419" h="11443" extrusionOk="0">
                <a:moveTo>
                  <a:pt x="4644" y="3560"/>
                </a:moveTo>
                <a:lnTo>
                  <a:pt x="4727" y="3655"/>
                </a:lnTo>
                <a:lnTo>
                  <a:pt x="4132" y="4263"/>
                </a:lnTo>
                <a:cubicBezTo>
                  <a:pt x="3989" y="4084"/>
                  <a:pt x="3965" y="3834"/>
                  <a:pt x="4108" y="3655"/>
                </a:cubicBezTo>
                <a:lnTo>
                  <a:pt x="4120" y="3655"/>
                </a:lnTo>
                <a:cubicBezTo>
                  <a:pt x="4298" y="3655"/>
                  <a:pt x="4465" y="3620"/>
                  <a:pt x="4644" y="3560"/>
                </a:cubicBezTo>
                <a:close/>
                <a:moveTo>
                  <a:pt x="8751" y="5739"/>
                </a:moveTo>
                <a:lnTo>
                  <a:pt x="8918" y="5906"/>
                </a:lnTo>
                <a:cubicBezTo>
                  <a:pt x="8944" y="5932"/>
                  <a:pt x="8994" y="5951"/>
                  <a:pt x="9043" y="5951"/>
                </a:cubicBezTo>
                <a:cubicBezTo>
                  <a:pt x="9061" y="5951"/>
                  <a:pt x="9080" y="5948"/>
                  <a:pt x="9097" y="5941"/>
                </a:cubicBezTo>
                <a:cubicBezTo>
                  <a:pt x="9275" y="5894"/>
                  <a:pt x="9430" y="5858"/>
                  <a:pt x="9597" y="5846"/>
                </a:cubicBezTo>
                <a:lnTo>
                  <a:pt x="9704" y="5858"/>
                </a:lnTo>
                <a:cubicBezTo>
                  <a:pt x="10478" y="5918"/>
                  <a:pt x="11073" y="6561"/>
                  <a:pt x="11073" y="7335"/>
                </a:cubicBezTo>
                <a:cubicBezTo>
                  <a:pt x="11085" y="7454"/>
                  <a:pt x="11073" y="7585"/>
                  <a:pt x="11025" y="7716"/>
                </a:cubicBezTo>
                <a:lnTo>
                  <a:pt x="10121" y="6811"/>
                </a:lnTo>
                <a:cubicBezTo>
                  <a:pt x="10061" y="6739"/>
                  <a:pt x="9966" y="6692"/>
                  <a:pt x="9870" y="6644"/>
                </a:cubicBezTo>
                <a:cubicBezTo>
                  <a:pt x="9787" y="6620"/>
                  <a:pt x="9704" y="6608"/>
                  <a:pt x="9609" y="6608"/>
                </a:cubicBezTo>
                <a:cubicBezTo>
                  <a:pt x="9418" y="6608"/>
                  <a:pt x="9239" y="6680"/>
                  <a:pt x="9108" y="6811"/>
                </a:cubicBezTo>
                <a:cubicBezTo>
                  <a:pt x="8918" y="7001"/>
                  <a:pt x="8858" y="7299"/>
                  <a:pt x="8942" y="7573"/>
                </a:cubicBezTo>
                <a:cubicBezTo>
                  <a:pt x="8978" y="7680"/>
                  <a:pt x="9037" y="7763"/>
                  <a:pt x="9108" y="7823"/>
                </a:cubicBezTo>
                <a:lnTo>
                  <a:pt x="10013" y="8728"/>
                </a:lnTo>
                <a:cubicBezTo>
                  <a:pt x="9882" y="8775"/>
                  <a:pt x="9751" y="8787"/>
                  <a:pt x="9609" y="8787"/>
                </a:cubicBezTo>
                <a:cubicBezTo>
                  <a:pt x="8835" y="8787"/>
                  <a:pt x="8204" y="8180"/>
                  <a:pt x="8156" y="7418"/>
                </a:cubicBezTo>
                <a:lnTo>
                  <a:pt x="8144" y="7323"/>
                </a:lnTo>
                <a:cubicBezTo>
                  <a:pt x="8144" y="7156"/>
                  <a:pt x="8168" y="6977"/>
                  <a:pt x="8227" y="6811"/>
                </a:cubicBezTo>
                <a:cubicBezTo>
                  <a:pt x="8263" y="6751"/>
                  <a:pt x="8239" y="6680"/>
                  <a:pt x="8180" y="6632"/>
                </a:cubicBezTo>
                <a:lnTo>
                  <a:pt x="8025" y="6465"/>
                </a:lnTo>
                <a:lnTo>
                  <a:pt x="8751" y="5739"/>
                </a:lnTo>
                <a:close/>
                <a:moveTo>
                  <a:pt x="2393" y="6537"/>
                </a:moveTo>
                <a:lnTo>
                  <a:pt x="2751" y="6894"/>
                </a:lnTo>
                <a:lnTo>
                  <a:pt x="4632" y="8775"/>
                </a:lnTo>
                <a:lnTo>
                  <a:pt x="4894" y="9037"/>
                </a:lnTo>
                <a:lnTo>
                  <a:pt x="4358" y="9573"/>
                </a:lnTo>
                <a:lnTo>
                  <a:pt x="1858" y="7084"/>
                </a:lnTo>
                <a:lnTo>
                  <a:pt x="2393" y="6537"/>
                </a:lnTo>
                <a:close/>
                <a:moveTo>
                  <a:pt x="4155" y="0"/>
                </a:moveTo>
                <a:cubicBezTo>
                  <a:pt x="3882" y="0"/>
                  <a:pt x="3632" y="60"/>
                  <a:pt x="3382" y="179"/>
                </a:cubicBezTo>
                <a:cubicBezTo>
                  <a:pt x="3334" y="203"/>
                  <a:pt x="3286" y="250"/>
                  <a:pt x="3286" y="298"/>
                </a:cubicBezTo>
                <a:cubicBezTo>
                  <a:pt x="3274" y="357"/>
                  <a:pt x="3298" y="393"/>
                  <a:pt x="3334" y="441"/>
                </a:cubicBezTo>
                <a:lnTo>
                  <a:pt x="4417" y="1524"/>
                </a:lnTo>
                <a:cubicBezTo>
                  <a:pt x="4453" y="1560"/>
                  <a:pt x="4477" y="1608"/>
                  <a:pt x="4513" y="1667"/>
                </a:cubicBezTo>
                <a:cubicBezTo>
                  <a:pt x="4548" y="1810"/>
                  <a:pt x="4525" y="1965"/>
                  <a:pt x="4417" y="2060"/>
                </a:cubicBezTo>
                <a:cubicBezTo>
                  <a:pt x="4346" y="2143"/>
                  <a:pt x="4251" y="2167"/>
                  <a:pt x="4155" y="2167"/>
                </a:cubicBezTo>
                <a:cubicBezTo>
                  <a:pt x="4108" y="2167"/>
                  <a:pt x="4060" y="2155"/>
                  <a:pt x="4013" y="2143"/>
                </a:cubicBezTo>
                <a:cubicBezTo>
                  <a:pt x="3953" y="2108"/>
                  <a:pt x="3917" y="2096"/>
                  <a:pt x="3882" y="2048"/>
                </a:cubicBezTo>
                <a:lnTo>
                  <a:pt x="2798" y="965"/>
                </a:lnTo>
                <a:cubicBezTo>
                  <a:pt x="2762" y="928"/>
                  <a:pt x="2725" y="913"/>
                  <a:pt x="2684" y="913"/>
                </a:cubicBezTo>
                <a:cubicBezTo>
                  <a:pt x="2671" y="913"/>
                  <a:pt x="2657" y="914"/>
                  <a:pt x="2643" y="917"/>
                </a:cubicBezTo>
                <a:cubicBezTo>
                  <a:pt x="2584" y="929"/>
                  <a:pt x="2548" y="965"/>
                  <a:pt x="2524" y="1012"/>
                </a:cubicBezTo>
                <a:cubicBezTo>
                  <a:pt x="2405" y="1262"/>
                  <a:pt x="2346" y="1512"/>
                  <a:pt x="2346" y="1786"/>
                </a:cubicBezTo>
                <a:cubicBezTo>
                  <a:pt x="2346" y="2239"/>
                  <a:pt x="2524" y="2679"/>
                  <a:pt x="2846" y="3013"/>
                </a:cubicBezTo>
                <a:cubicBezTo>
                  <a:pt x="3096" y="3286"/>
                  <a:pt x="3417" y="3465"/>
                  <a:pt x="3798" y="3548"/>
                </a:cubicBezTo>
                <a:cubicBezTo>
                  <a:pt x="3655" y="3846"/>
                  <a:pt x="3715" y="4203"/>
                  <a:pt x="3941" y="4465"/>
                </a:cubicBezTo>
                <a:lnTo>
                  <a:pt x="3560" y="4846"/>
                </a:lnTo>
                <a:cubicBezTo>
                  <a:pt x="3405" y="5001"/>
                  <a:pt x="3334" y="5191"/>
                  <a:pt x="3334" y="5394"/>
                </a:cubicBezTo>
                <a:cubicBezTo>
                  <a:pt x="3334" y="5596"/>
                  <a:pt x="3405" y="5775"/>
                  <a:pt x="3524" y="5906"/>
                </a:cubicBezTo>
                <a:lnTo>
                  <a:pt x="2917" y="6513"/>
                </a:lnTo>
                <a:lnTo>
                  <a:pt x="2560" y="6156"/>
                </a:lnTo>
                <a:cubicBezTo>
                  <a:pt x="2530" y="6126"/>
                  <a:pt x="2486" y="6111"/>
                  <a:pt x="2441" y="6111"/>
                </a:cubicBezTo>
                <a:cubicBezTo>
                  <a:pt x="2396" y="6111"/>
                  <a:pt x="2352" y="6126"/>
                  <a:pt x="2322" y="6156"/>
                </a:cubicBezTo>
                <a:lnTo>
                  <a:pt x="1417" y="7061"/>
                </a:lnTo>
                <a:lnTo>
                  <a:pt x="60" y="8418"/>
                </a:lnTo>
                <a:cubicBezTo>
                  <a:pt x="0" y="8478"/>
                  <a:pt x="0" y="8597"/>
                  <a:pt x="60" y="8656"/>
                </a:cubicBezTo>
                <a:lnTo>
                  <a:pt x="1096" y="9704"/>
                </a:lnTo>
                <a:cubicBezTo>
                  <a:pt x="1125" y="9734"/>
                  <a:pt x="1170" y="9748"/>
                  <a:pt x="1215" y="9748"/>
                </a:cubicBezTo>
                <a:cubicBezTo>
                  <a:pt x="1259" y="9748"/>
                  <a:pt x="1304" y="9734"/>
                  <a:pt x="1334" y="9704"/>
                </a:cubicBezTo>
                <a:cubicBezTo>
                  <a:pt x="1393" y="9644"/>
                  <a:pt x="1393" y="9525"/>
                  <a:pt x="1334" y="9466"/>
                </a:cubicBezTo>
                <a:lnTo>
                  <a:pt x="417" y="8537"/>
                </a:lnTo>
                <a:lnTo>
                  <a:pt x="1667" y="7287"/>
                </a:lnTo>
                <a:lnTo>
                  <a:pt x="4167" y="9787"/>
                </a:lnTo>
                <a:lnTo>
                  <a:pt x="2917" y="11037"/>
                </a:lnTo>
                <a:lnTo>
                  <a:pt x="1810" y="9942"/>
                </a:lnTo>
                <a:cubicBezTo>
                  <a:pt x="1780" y="9912"/>
                  <a:pt x="1736" y="9897"/>
                  <a:pt x="1691" y="9897"/>
                </a:cubicBezTo>
                <a:cubicBezTo>
                  <a:pt x="1646" y="9897"/>
                  <a:pt x="1602" y="9912"/>
                  <a:pt x="1572" y="9942"/>
                </a:cubicBezTo>
                <a:cubicBezTo>
                  <a:pt x="1512" y="10002"/>
                  <a:pt x="1512" y="10121"/>
                  <a:pt x="1572" y="10180"/>
                </a:cubicBezTo>
                <a:lnTo>
                  <a:pt x="2798" y="11395"/>
                </a:lnTo>
                <a:cubicBezTo>
                  <a:pt x="2822" y="11430"/>
                  <a:pt x="2870" y="11442"/>
                  <a:pt x="2917" y="11442"/>
                </a:cubicBezTo>
                <a:cubicBezTo>
                  <a:pt x="2965" y="11442"/>
                  <a:pt x="3001" y="11430"/>
                  <a:pt x="3036" y="11395"/>
                </a:cubicBezTo>
                <a:lnTo>
                  <a:pt x="4394" y="10037"/>
                </a:lnTo>
                <a:lnTo>
                  <a:pt x="5298" y="9132"/>
                </a:lnTo>
                <a:cubicBezTo>
                  <a:pt x="5322" y="9109"/>
                  <a:pt x="5346" y="9061"/>
                  <a:pt x="5346" y="9013"/>
                </a:cubicBezTo>
                <a:cubicBezTo>
                  <a:pt x="5346" y="8966"/>
                  <a:pt x="5322" y="8930"/>
                  <a:pt x="5298" y="8894"/>
                </a:cubicBezTo>
                <a:lnTo>
                  <a:pt x="5025" y="8632"/>
                </a:lnTo>
                <a:lnTo>
                  <a:pt x="5644" y="8013"/>
                </a:lnTo>
                <a:cubicBezTo>
                  <a:pt x="5770" y="8094"/>
                  <a:pt x="5916" y="8135"/>
                  <a:pt x="6062" y="8135"/>
                </a:cubicBezTo>
                <a:cubicBezTo>
                  <a:pt x="6217" y="8135"/>
                  <a:pt x="6372" y="8088"/>
                  <a:pt x="6501" y="7989"/>
                </a:cubicBezTo>
                <a:cubicBezTo>
                  <a:pt x="6572" y="7930"/>
                  <a:pt x="6596" y="7823"/>
                  <a:pt x="6537" y="7751"/>
                </a:cubicBezTo>
                <a:cubicBezTo>
                  <a:pt x="6500" y="7708"/>
                  <a:pt x="6446" y="7682"/>
                  <a:pt x="6393" y="7682"/>
                </a:cubicBezTo>
                <a:cubicBezTo>
                  <a:pt x="6360" y="7682"/>
                  <a:pt x="6326" y="7692"/>
                  <a:pt x="6299" y="7716"/>
                </a:cubicBezTo>
                <a:cubicBezTo>
                  <a:pt x="6220" y="7778"/>
                  <a:pt x="6131" y="7806"/>
                  <a:pt x="6041" y="7806"/>
                </a:cubicBezTo>
                <a:cubicBezTo>
                  <a:pt x="5927" y="7806"/>
                  <a:pt x="5814" y="7760"/>
                  <a:pt x="5727" y="7680"/>
                </a:cubicBezTo>
                <a:cubicBezTo>
                  <a:pt x="5703" y="7644"/>
                  <a:pt x="5656" y="7632"/>
                  <a:pt x="5608" y="7632"/>
                </a:cubicBezTo>
                <a:cubicBezTo>
                  <a:pt x="5560" y="7632"/>
                  <a:pt x="5525" y="7644"/>
                  <a:pt x="5489" y="7680"/>
                </a:cubicBezTo>
                <a:lnTo>
                  <a:pt x="4763" y="8406"/>
                </a:lnTo>
                <a:lnTo>
                  <a:pt x="3108" y="6799"/>
                </a:lnTo>
                <a:lnTo>
                  <a:pt x="3834" y="6072"/>
                </a:lnTo>
                <a:cubicBezTo>
                  <a:pt x="3894" y="6013"/>
                  <a:pt x="3894" y="5894"/>
                  <a:pt x="3834" y="5834"/>
                </a:cubicBezTo>
                <a:lnTo>
                  <a:pt x="3751" y="5739"/>
                </a:lnTo>
                <a:cubicBezTo>
                  <a:pt x="3655" y="5644"/>
                  <a:pt x="3620" y="5549"/>
                  <a:pt x="3620" y="5430"/>
                </a:cubicBezTo>
                <a:cubicBezTo>
                  <a:pt x="3620" y="5310"/>
                  <a:pt x="3655" y="5203"/>
                  <a:pt x="3751" y="5108"/>
                </a:cubicBezTo>
                <a:lnTo>
                  <a:pt x="4251" y="4608"/>
                </a:lnTo>
                <a:lnTo>
                  <a:pt x="5096" y="3763"/>
                </a:lnTo>
                <a:lnTo>
                  <a:pt x="6013" y="2846"/>
                </a:lnTo>
                <a:cubicBezTo>
                  <a:pt x="6025" y="2834"/>
                  <a:pt x="6037" y="2822"/>
                  <a:pt x="6049" y="2822"/>
                </a:cubicBezTo>
                <a:cubicBezTo>
                  <a:pt x="6106" y="2780"/>
                  <a:pt x="6170" y="2761"/>
                  <a:pt x="6233" y="2761"/>
                </a:cubicBezTo>
                <a:cubicBezTo>
                  <a:pt x="6314" y="2761"/>
                  <a:pt x="6393" y="2792"/>
                  <a:pt x="6453" y="2846"/>
                </a:cubicBezTo>
                <a:lnTo>
                  <a:pt x="6477" y="2870"/>
                </a:lnTo>
                <a:cubicBezTo>
                  <a:pt x="6572" y="2965"/>
                  <a:pt x="6596" y="3132"/>
                  <a:pt x="6501" y="3263"/>
                </a:cubicBezTo>
                <a:cubicBezTo>
                  <a:pt x="6489" y="3286"/>
                  <a:pt x="6477" y="3298"/>
                  <a:pt x="6477" y="3310"/>
                </a:cubicBezTo>
                <a:lnTo>
                  <a:pt x="5477" y="4310"/>
                </a:lnTo>
                <a:cubicBezTo>
                  <a:pt x="5418" y="4370"/>
                  <a:pt x="5418" y="4489"/>
                  <a:pt x="5477" y="4548"/>
                </a:cubicBezTo>
                <a:cubicBezTo>
                  <a:pt x="5501" y="4584"/>
                  <a:pt x="5549" y="4596"/>
                  <a:pt x="5596" y="4596"/>
                </a:cubicBezTo>
                <a:cubicBezTo>
                  <a:pt x="5644" y="4596"/>
                  <a:pt x="5679" y="4572"/>
                  <a:pt x="5715" y="4548"/>
                </a:cubicBezTo>
                <a:lnTo>
                  <a:pt x="6715" y="3548"/>
                </a:lnTo>
                <a:cubicBezTo>
                  <a:pt x="6727" y="3536"/>
                  <a:pt x="6739" y="3525"/>
                  <a:pt x="6751" y="3525"/>
                </a:cubicBezTo>
                <a:cubicBezTo>
                  <a:pt x="6805" y="3481"/>
                  <a:pt x="6872" y="3460"/>
                  <a:pt x="6939" y="3460"/>
                </a:cubicBezTo>
                <a:cubicBezTo>
                  <a:pt x="7018" y="3460"/>
                  <a:pt x="7098" y="3490"/>
                  <a:pt x="7156" y="3548"/>
                </a:cubicBezTo>
                <a:lnTo>
                  <a:pt x="7168" y="3560"/>
                </a:lnTo>
                <a:cubicBezTo>
                  <a:pt x="7275" y="3667"/>
                  <a:pt x="7287" y="3834"/>
                  <a:pt x="7203" y="3965"/>
                </a:cubicBezTo>
                <a:cubicBezTo>
                  <a:pt x="7192" y="3989"/>
                  <a:pt x="7192" y="4001"/>
                  <a:pt x="7168" y="4013"/>
                </a:cubicBezTo>
                <a:lnTo>
                  <a:pt x="6180" y="5013"/>
                </a:lnTo>
                <a:cubicBezTo>
                  <a:pt x="6120" y="5072"/>
                  <a:pt x="6120" y="5191"/>
                  <a:pt x="6180" y="5251"/>
                </a:cubicBezTo>
                <a:cubicBezTo>
                  <a:pt x="6203" y="5275"/>
                  <a:pt x="6251" y="5299"/>
                  <a:pt x="6299" y="5299"/>
                </a:cubicBezTo>
                <a:cubicBezTo>
                  <a:pt x="6334" y="5299"/>
                  <a:pt x="6382" y="5275"/>
                  <a:pt x="6418" y="5251"/>
                </a:cubicBezTo>
                <a:lnTo>
                  <a:pt x="7406" y="4251"/>
                </a:lnTo>
                <a:cubicBezTo>
                  <a:pt x="7430" y="4239"/>
                  <a:pt x="7442" y="4215"/>
                  <a:pt x="7454" y="4215"/>
                </a:cubicBezTo>
                <a:cubicBezTo>
                  <a:pt x="7506" y="4179"/>
                  <a:pt x="7569" y="4160"/>
                  <a:pt x="7633" y="4160"/>
                </a:cubicBezTo>
                <a:cubicBezTo>
                  <a:pt x="7715" y="4160"/>
                  <a:pt x="7798" y="4191"/>
                  <a:pt x="7858" y="4251"/>
                </a:cubicBezTo>
                <a:lnTo>
                  <a:pt x="7870" y="4263"/>
                </a:lnTo>
                <a:cubicBezTo>
                  <a:pt x="7977" y="4370"/>
                  <a:pt x="7989" y="4537"/>
                  <a:pt x="7906" y="4668"/>
                </a:cubicBezTo>
                <a:cubicBezTo>
                  <a:pt x="7882" y="4679"/>
                  <a:pt x="7882" y="4703"/>
                  <a:pt x="7870" y="4715"/>
                </a:cubicBezTo>
                <a:lnTo>
                  <a:pt x="6870" y="5715"/>
                </a:lnTo>
                <a:cubicBezTo>
                  <a:pt x="6811" y="5775"/>
                  <a:pt x="6811" y="5894"/>
                  <a:pt x="6870" y="5953"/>
                </a:cubicBezTo>
                <a:cubicBezTo>
                  <a:pt x="6906" y="5977"/>
                  <a:pt x="6953" y="5989"/>
                  <a:pt x="6989" y="5989"/>
                </a:cubicBezTo>
                <a:cubicBezTo>
                  <a:pt x="7037" y="5989"/>
                  <a:pt x="7084" y="5977"/>
                  <a:pt x="7108" y="5953"/>
                </a:cubicBezTo>
                <a:lnTo>
                  <a:pt x="8108" y="4953"/>
                </a:lnTo>
                <a:cubicBezTo>
                  <a:pt x="8120" y="4941"/>
                  <a:pt x="8144" y="4918"/>
                  <a:pt x="8156" y="4918"/>
                </a:cubicBezTo>
                <a:cubicBezTo>
                  <a:pt x="8208" y="4881"/>
                  <a:pt x="8272" y="4863"/>
                  <a:pt x="8335" y="4863"/>
                </a:cubicBezTo>
                <a:cubicBezTo>
                  <a:pt x="8418" y="4863"/>
                  <a:pt x="8501" y="4893"/>
                  <a:pt x="8561" y="4953"/>
                </a:cubicBezTo>
                <a:lnTo>
                  <a:pt x="8573" y="4965"/>
                </a:lnTo>
                <a:cubicBezTo>
                  <a:pt x="8680" y="5072"/>
                  <a:pt x="8692" y="5239"/>
                  <a:pt x="8597" y="5370"/>
                </a:cubicBezTo>
                <a:cubicBezTo>
                  <a:pt x="8585" y="5382"/>
                  <a:pt x="8573" y="5394"/>
                  <a:pt x="8573" y="5418"/>
                </a:cubicBezTo>
                <a:lnTo>
                  <a:pt x="6715" y="7275"/>
                </a:lnTo>
                <a:cubicBezTo>
                  <a:pt x="6656" y="7335"/>
                  <a:pt x="6656" y="7454"/>
                  <a:pt x="6715" y="7513"/>
                </a:cubicBezTo>
                <a:cubicBezTo>
                  <a:pt x="6739" y="7537"/>
                  <a:pt x="6787" y="7561"/>
                  <a:pt x="6834" y="7561"/>
                </a:cubicBezTo>
                <a:cubicBezTo>
                  <a:pt x="6870" y="7561"/>
                  <a:pt x="6918" y="7537"/>
                  <a:pt x="6953" y="7513"/>
                </a:cubicBezTo>
                <a:lnTo>
                  <a:pt x="7787" y="6680"/>
                </a:lnTo>
                <a:lnTo>
                  <a:pt x="7870" y="6763"/>
                </a:lnTo>
                <a:cubicBezTo>
                  <a:pt x="7811" y="6942"/>
                  <a:pt x="7787" y="7120"/>
                  <a:pt x="7787" y="7287"/>
                </a:cubicBezTo>
                <a:lnTo>
                  <a:pt x="7787" y="7299"/>
                </a:lnTo>
                <a:lnTo>
                  <a:pt x="7799" y="7406"/>
                </a:lnTo>
                <a:cubicBezTo>
                  <a:pt x="7823" y="7870"/>
                  <a:pt x="8037" y="8287"/>
                  <a:pt x="8358" y="8597"/>
                </a:cubicBezTo>
                <a:cubicBezTo>
                  <a:pt x="8692" y="8906"/>
                  <a:pt x="9132" y="9085"/>
                  <a:pt x="9597" y="9085"/>
                </a:cubicBezTo>
                <a:cubicBezTo>
                  <a:pt x="9870" y="9085"/>
                  <a:pt x="10121" y="9025"/>
                  <a:pt x="10371" y="8906"/>
                </a:cubicBezTo>
                <a:cubicBezTo>
                  <a:pt x="10418" y="8882"/>
                  <a:pt x="10466" y="8835"/>
                  <a:pt x="10466" y="8787"/>
                </a:cubicBezTo>
                <a:cubicBezTo>
                  <a:pt x="10478" y="8728"/>
                  <a:pt x="10442" y="8692"/>
                  <a:pt x="10418" y="8644"/>
                </a:cubicBezTo>
                <a:lnTo>
                  <a:pt x="9335" y="7537"/>
                </a:lnTo>
                <a:cubicBezTo>
                  <a:pt x="9287" y="7501"/>
                  <a:pt x="9251" y="7454"/>
                  <a:pt x="9251" y="7406"/>
                </a:cubicBezTo>
                <a:cubicBezTo>
                  <a:pt x="9192" y="7263"/>
                  <a:pt x="9239" y="7108"/>
                  <a:pt x="9347" y="7001"/>
                </a:cubicBezTo>
                <a:cubicBezTo>
                  <a:pt x="9418" y="6930"/>
                  <a:pt x="9513" y="6882"/>
                  <a:pt x="9609" y="6882"/>
                </a:cubicBezTo>
                <a:cubicBezTo>
                  <a:pt x="9656" y="6882"/>
                  <a:pt x="9704" y="6906"/>
                  <a:pt x="9751" y="6918"/>
                </a:cubicBezTo>
                <a:cubicBezTo>
                  <a:pt x="9811" y="6942"/>
                  <a:pt x="9847" y="6965"/>
                  <a:pt x="9882" y="7001"/>
                </a:cubicBezTo>
                <a:lnTo>
                  <a:pt x="10966" y="8097"/>
                </a:lnTo>
                <a:cubicBezTo>
                  <a:pt x="11000" y="8122"/>
                  <a:pt x="11034" y="8142"/>
                  <a:pt x="11073" y="8142"/>
                </a:cubicBezTo>
                <a:cubicBezTo>
                  <a:pt x="11088" y="8142"/>
                  <a:pt x="11104" y="8139"/>
                  <a:pt x="11121" y="8132"/>
                </a:cubicBezTo>
                <a:cubicBezTo>
                  <a:pt x="11180" y="8120"/>
                  <a:pt x="11216" y="8097"/>
                  <a:pt x="11240" y="8049"/>
                </a:cubicBezTo>
                <a:cubicBezTo>
                  <a:pt x="11359" y="7799"/>
                  <a:pt x="11418" y="7537"/>
                  <a:pt x="11418" y="7275"/>
                </a:cubicBezTo>
                <a:cubicBezTo>
                  <a:pt x="11418" y="6858"/>
                  <a:pt x="11252" y="6430"/>
                  <a:pt x="10918" y="6084"/>
                </a:cubicBezTo>
                <a:cubicBezTo>
                  <a:pt x="10609" y="5751"/>
                  <a:pt x="10180" y="5549"/>
                  <a:pt x="9728" y="5513"/>
                </a:cubicBezTo>
                <a:lnTo>
                  <a:pt x="9632" y="5501"/>
                </a:lnTo>
                <a:lnTo>
                  <a:pt x="9609" y="5501"/>
                </a:lnTo>
                <a:cubicBezTo>
                  <a:pt x="9454" y="5501"/>
                  <a:pt x="9275" y="5537"/>
                  <a:pt x="9097" y="5596"/>
                </a:cubicBezTo>
                <a:lnTo>
                  <a:pt x="8954" y="5453"/>
                </a:lnTo>
                <a:cubicBezTo>
                  <a:pt x="9049" y="5215"/>
                  <a:pt x="9001" y="4953"/>
                  <a:pt x="8811" y="4763"/>
                </a:cubicBezTo>
                <a:lnTo>
                  <a:pt x="8799" y="4739"/>
                </a:lnTo>
                <a:cubicBezTo>
                  <a:pt x="8656" y="4608"/>
                  <a:pt x="8477" y="4548"/>
                  <a:pt x="8299" y="4548"/>
                </a:cubicBezTo>
                <a:cubicBezTo>
                  <a:pt x="8323" y="4370"/>
                  <a:pt x="8239" y="4191"/>
                  <a:pt x="8108" y="4060"/>
                </a:cubicBezTo>
                <a:lnTo>
                  <a:pt x="8096" y="4048"/>
                </a:lnTo>
                <a:cubicBezTo>
                  <a:pt x="7965" y="3906"/>
                  <a:pt x="7775" y="3846"/>
                  <a:pt x="7596" y="3846"/>
                </a:cubicBezTo>
                <a:cubicBezTo>
                  <a:pt x="7620" y="3667"/>
                  <a:pt x="7537" y="3489"/>
                  <a:pt x="7406" y="3358"/>
                </a:cubicBezTo>
                <a:lnTo>
                  <a:pt x="7394" y="3346"/>
                </a:lnTo>
                <a:cubicBezTo>
                  <a:pt x="7263" y="3215"/>
                  <a:pt x="7084" y="3155"/>
                  <a:pt x="6906" y="3155"/>
                </a:cubicBezTo>
                <a:cubicBezTo>
                  <a:pt x="6918" y="2977"/>
                  <a:pt x="6846" y="2798"/>
                  <a:pt x="6703" y="2655"/>
                </a:cubicBezTo>
                <a:lnTo>
                  <a:pt x="6692" y="2643"/>
                </a:lnTo>
                <a:cubicBezTo>
                  <a:pt x="6565" y="2516"/>
                  <a:pt x="6400" y="2453"/>
                  <a:pt x="6235" y="2453"/>
                </a:cubicBezTo>
                <a:cubicBezTo>
                  <a:pt x="6152" y="2453"/>
                  <a:pt x="6068" y="2469"/>
                  <a:pt x="5989" y="2501"/>
                </a:cubicBezTo>
                <a:lnTo>
                  <a:pt x="5858" y="2358"/>
                </a:lnTo>
                <a:cubicBezTo>
                  <a:pt x="5918" y="2179"/>
                  <a:pt x="5953" y="2001"/>
                  <a:pt x="5953" y="1846"/>
                </a:cubicBezTo>
                <a:lnTo>
                  <a:pt x="5953" y="1822"/>
                </a:lnTo>
                <a:lnTo>
                  <a:pt x="5930" y="1727"/>
                </a:lnTo>
                <a:cubicBezTo>
                  <a:pt x="5918" y="1465"/>
                  <a:pt x="5846" y="1215"/>
                  <a:pt x="5727" y="988"/>
                </a:cubicBezTo>
                <a:cubicBezTo>
                  <a:pt x="5693" y="937"/>
                  <a:pt x="5628" y="898"/>
                  <a:pt x="5567" y="898"/>
                </a:cubicBezTo>
                <a:cubicBezTo>
                  <a:pt x="5544" y="898"/>
                  <a:pt x="5521" y="904"/>
                  <a:pt x="5501" y="917"/>
                </a:cubicBezTo>
                <a:cubicBezTo>
                  <a:pt x="5429" y="965"/>
                  <a:pt x="5382" y="1072"/>
                  <a:pt x="5429" y="1143"/>
                </a:cubicBezTo>
                <a:cubicBezTo>
                  <a:pt x="5537" y="1334"/>
                  <a:pt x="5596" y="1524"/>
                  <a:pt x="5608" y="1739"/>
                </a:cubicBezTo>
                <a:lnTo>
                  <a:pt x="5620" y="1846"/>
                </a:lnTo>
                <a:cubicBezTo>
                  <a:pt x="5620" y="2001"/>
                  <a:pt x="5596" y="2167"/>
                  <a:pt x="5513" y="2346"/>
                </a:cubicBezTo>
                <a:cubicBezTo>
                  <a:pt x="5489" y="2405"/>
                  <a:pt x="5513" y="2477"/>
                  <a:pt x="5560" y="2524"/>
                </a:cubicBezTo>
                <a:lnTo>
                  <a:pt x="5727" y="2691"/>
                </a:lnTo>
                <a:lnTo>
                  <a:pt x="5001" y="3417"/>
                </a:lnTo>
                <a:lnTo>
                  <a:pt x="4834" y="3251"/>
                </a:lnTo>
                <a:cubicBezTo>
                  <a:pt x="4800" y="3225"/>
                  <a:pt x="4753" y="3205"/>
                  <a:pt x="4707" y="3205"/>
                </a:cubicBezTo>
                <a:cubicBezTo>
                  <a:pt x="4690" y="3205"/>
                  <a:pt x="4672" y="3208"/>
                  <a:pt x="4656" y="3215"/>
                </a:cubicBezTo>
                <a:cubicBezTo>
                  <a:pt x="4477" y="3274"/>
                  <a:pt x="4310" y="3298"/>
                  <a:pt x="4155" y="3298"/>
                </a:cubicBezTo>
                <a:lnTo>
                  <a:pt x="4048" y="3286"/>
                </a:lnTo>
                <a:cubicBezTo>
                  <a:pt x="3274" y="3227"/>
                  <a:pt x="2679" y="2584"/>
                  <a:pt x="2679" y="1822"/>
                </a:cubicBezTo>
                <a:cubicBezTo>
                  <a:pt x="2679" y="1691"/>
                  <a:pt x="2691" y="1560"/>
                  <a:pt x="2739" y="1429"/>
                </a:cubicBezTo>
                <a:lnTo>
                  <a:pt x="3644" y="2334"/>
                </a:lnTo>
                <a:cubicBezTo>
                  <a:pt x="3703" y="2405"/>
                  <a:pt x="3798" y="2453"/>
                  <a:pt x="3894" y="2501"/>
                </a:cubicBezTo>
                <a:cubicBezTo>
                  <a:pt x="3989" y="2524"/>
                  <a:pt x="4060" y="2536"/>
                  <a:pt x="4155" y="2536"/>
                </a:cubicBezTo>
                <a:cubicBezTo>
                  <a:pt x="4346" y="2536"/>
                  <a:pt x="4525" y="2465"/>
                  <a:pt x="4656" y="2334"/>
                </a:cubicBezTo>
                <a:cubicBezTo>
                  <a:pt x="4846" y="2143"/>
                  <a:pt x="4929" y="1846"/>
                  <a:pt x="4822" y="1572"/>
                </a:cubicBezTo>
                <a:lnTo>
                  <a:pt x="4822" y="1560"/>
                </a:lnTo>
                <a:cubicBezTo>
                  <a:pt x="4787" y="1489"/>
                  <a:pt x="4751" y="1393"/>
                  <a:pt x="4656" y="1310"/>
                </a:cubicBezTo>
                <a:lnTo>
                  <a:pt x="3751" y="393"/>
                </a:lnTo>
                <a:cubicBezTo>
                  <a:pt x="3882" y="357"/>
                  <a:pt x="4013" y="334"/>
                  <a:pt x="4144" y="334"/>
                </a:cubicBezTo>
                <a:cubicBezTo>
                  <a:pt x="4489" y="334"/>
                  <a:pt x="4798" y="441"/>
                  <a:pt x="5060" y="655"/>
                </a:cubicBezTo>
                <a:cubicBezTo>
                  <a:pt x="5088" y="678"/>
                  <a:pt x="5121" y="689"/>
                  <a:pt x="5155" y="689"/>
                </a:cubicBezTo>
                <a:cubicBezTo>
                  <a:pt x="5208" y="689"/>
                  <a:pt x="5262" y="663"/>
                  <a:pt x="5298" y="619"/>
                </a:cubicBezTo>
                <a:cubicBezTo>
                  <a:pt x="5358" y="548"/>
                  <a:pt x="5346" y="441"/>
                  <a:pt x="5263" y="381"/>
                </a:cubicBezTo>
                <a:cubicBezTo>
                  <a:pt x="4941" y="131"/>
                  <a:pt x="4548" y="0"/>
                  <a:pt x="4155" y="0"/>
                </a:cubicBezTo>
                <a:close/>
              </a:path>
            </a:pathLst>
          </a:custGeom>
          <a:solidFill>
            <a:srgbClr val="657E9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" name="Google Shape;12449;p87">
            <a:extLst>
              <a:ext uri="{FF2B5EF4-FFF2-40B4-BE49-F238E27FC236}">
                <a16:creationId xmlns:a16="http://schemas.microsoft.com/office/drawing/2014/main" id="{73ACECE8-8FE5-2A7C-49FE-893DB2474BA2}"/>
              </a:ext>
            </a:extLst>
          </p:cNvPr>
          <p:cNvGrpSpPr>
            <a:grpSpLocks noChangeAspect="1"/>
          </p:cNvGrpSpPr>
          <p:nvPr/>
        </p:nvGrpSpPr>
        <p:grpSpPr>
          <a:xfrm>
            <a:off x="4436599" y="1934418"/>
            <a:ext cx="1067447" cy="1152168"/>
            <a:chOff x="2662884" y="1513044"/>
            <a:chExt cx="322914" cy="348543"/>
          </a:xfrm>
        </p:grpSpPr>
        <p:sp>
          <p:nvSpPr>
            <p:cNvPr id="4" name="Google Shape;12450;p87">
              <a:extLst>
                <a:ext uri="{FF2B5EF4-FFF2-40B4-BE49-F238E27FC236}">
                  <a16:creationId xmlns:a16="http://schemas.microsoft.com/office/drawing/2014/main" id="{AA57F91F-3217-0920-610D-B74EF3BBD11A}"/>
                </a:ext>
              </a:extLst>
            </p:cNvPr>
            <p:cNvSpPr/>
            <p:nvPr/>
          </p:nvSpPr>
          <p:spPr>
            <a:xfrm>
              <a:off x="2662884" y="1513044"/>
              <a:ext cx="260663" cy="348543"/>
            </a:xfrm>
            <a:custGeom>
              <a:avLst/>
              <a:gdLst/>
              <a:ahLst/>
              <a:cxnLst/>
              <a:rect l="l" t="t" r="r" b="b"/>
              <a:pathLst>
                <a:path w="8228" h="11002" extrusionOk="0">
                  <a:moveTo>
                    <a:pt x="5692" y="0"/>
                  </a:moveTo>
                  <a:cubicBezTo>
                    <a:pt x="5597" y="0"/>
                    <a:pt x="5525" y="72"/>
                    <a:pt x="5525" y="167"/>
                  </a:cubicBezTo>
                  <a:cubicBezTo>
                    <a:pt x="5525" y="250"/>
                    <a:pt x="5597" y="322"/>
                    <a:pt x="5692" y="322"/>
                  </a:cubicBezTo>
                  <a:lnTo>
                    <a:pt x="7907" y="322"/>
                  </a:lnTo>
                  <a:lnTo>
                    <a:pt x="7907" y="10668"/>
                  </a:lnTo>
                  <a:lnTo>
                    <a:pt x="334" y="10668"/>
                  </a:lnTo>
                  <a:lnTo>
                    <a:pt x="334" y="9406"/>
                  </a:lnTo>
                  <a:cubicBezTo>
                    <a:pt x="334" y="9311"/>
                    <a:pt x="251" y="9240"/>
                    <a:pt x="167" y="9240"/>
                  </a:cubicBezTo>
                  <a:cubicBezTo>
                    <a:pt x="72" y="9240"/>
                    <a:pt x="1" y="9311"/>
                    <a:pt x="1" y="9406"/>
                  </a:cubicBezTo>
                  <a:lnTo>
                    <a:pt x="1" y="10835"/>
                  </a:lnTo>
                  <a:cubicBezTo>
                    <a:pt x="1" y="10918"/>
                    <a:pt x="72" y="11002"/>
                    <a:pt x="167" y="11002"/>
                  </a:cubicBezTo>
                  <a:lnTo>
                    <a:pt x="8049" y="11002"/>
                  </a:lnTo>
                  <a:cubicBezTo>
                    <a:pt x="8145" y="11002"/>
                    <a:pt x="8216" y="10918"/>
                    <a:pt x="8216" y="10835"/>
                  </a:cubicBezTo>
                  <a:lnTo>
                    <a:pt x="8216" y="179"/>
                  </a:lnTo>
                  <a:cubicBezTo>
                    <a:pt x="8228" y="60"/>
                    <a:pt x="8157" y="0"/>
                    <a:pt x="807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12451;p87">
              <a:extLst>
                <a:ext uri="{FF2B5EF4-FFF2-40B4-BE49-F238E27FC236}">
                  <a16:creationId xmlns:a16="http://schemas.microsoft.com/office/drawing/2014/main" id="{1CA7F34A-F9ED-C471-B77E-5E91438D142A}"/>
                </a:ext>
              </a:extLst>
            </p:cNvPr>
            <p:cNvSpPr/>
            <p:nvPr/>
          </p:nvSpPr>
          <p:spPr>
            <a:xfrm>
              <a:off x="2663264" y="1513044"/>
              <a:ext cx="165243" cy="282554"/>
            </a:xfrm>
            <a:custGeom>
              <a:avLst/>
              <a:gdLst/>
              <a:ahLst/>
              <a:cxnLst/>
              <a:rect l="l" t="t" r="r" b="b"/>
              <a:pathLst>
                <a:path w="5216" h="8919" extrusionOk="0">
                  <a:moveTo>
                    <a:pt x="2358" y="548"/>
                  </a:moveTo>
                  <a:lnTo>
                    <a:pt x="2358" y="2346"/>
                  </a:lnTo>
                  <a:lnTo>
                    <a:pt x="560" y="2346"/>
                  </a:lnTo>
                  <a:lnTo>
                    <a:pt x="2358" y="548"/>
                  </a:lnTo>
                  <a:close/>
                  <a:moveTo>
                    <a:pt x="2537" y="0"/>
                  </a:moveTo>
                  <a:cubicBezTo>
                    <a:pt x="2418" y="0"/>
                    <a:pt x="2299" y="167"/>
                    <a:pt x="2227" y="238"/>
                  </a:cubicBezTo>
                  <a:lnTo>
                    <a:pt x="108" y="2346"/>
                  </a:lnTo>
                  <a:cubicBezTo>
                    <a:pt x="60" y="2393"/>
                    <a:pt x="1" y="2441"/>
                    <a:pt x="1" y="2513"/>
                  </a:cubicBezTo>
                  <a:lnTo>
                    <a:pt x="1" y="8751"/>
                  </a:lnTo>
                  <a:cubicBezTo>
                    <a:pt x="1" y="8835"/>
                    <a:pt x="72" y="8918"/>
                    <a:pt x="167" y="8918"/>
                  </a:cubicBezTo>
                  <a:cubicBezTo>
                    <a:pt x="263" y="8918"/>
                    <a:pt x="334" y="8835"/>
                    <a:pt x="334" y="8751"/>
                  </a:cubicBezTo>
                  <a:lnTo>
                    <a:pt x="334" y="2667"/>
                  </a:lnTo>
                  <a:lnTo>
                    <a:pt x="2525" y="2667"/>
                  </a:lnTo>
                  <a:cubicBezTo>
                    <a:pt x="2608" y="2667"/>
                    <a:pt x="2680" y="2584"/>
                    <a:pt x="2680" y="2501"/>
                  </a:cubicBezTo>
                  <a:lnTo>
                    <a:pt x="2680" y="310"/>
                  </a:lnTo>
                  <a:lnTo>
                    <a:pt x="5049" y="310"/>
                  </a:lnTo>
                  <a:cubicBezTo>
                    <a:pt x="5144" y="310"/>
                    <a:pt x="5216" y="238"/>
                    <a:pt x="5216" y="143"/>
                  </a:cubicBezTo>
                  <a:cubicBezTo>
                    <a:pt x="5216" y="60"/>
                    <a:pt x="5132" y="0"/>
                    <a:pt x="5049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2452;p87">
              <a:extLst>
                <a:ext uri="{FF2B5EF4-FFF2-40B4-BE49-F238E27FC236}">
                  <a16:creationId xmlns:a16="http://schemas.microsoft.com/office/drawing/2014/main" id="{8F3CC2E3-812C-D3E5-D6C8-CCB4AF989889}"/>
                </a:ext>
              </a:extLst>
            </p:cNvPr>
            <p:cNvSpPr/>
            <p:nvPr/>
          </p:nvSpPr>
          <p:spPr>
            <a:xfrm>
              <a:off x="2717596" y="1747634"/>
              <a:ext cx="152412" cy="10613"/>
            </a:xfrm>
            <a:custGeom>
              <a:avLst/>
              <a:gdLst/>
              <a:ahLst/>
              <a:cxnLst/>
              <a:rect l="l" t="t" r="r" b="b"/>
              <a:pathLst>
                <a:path w="4811" h="335" extrusionOk="0">
                  <a:moveTo>
                    <a:pt x="167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4644" y="334"/>
                  </a:lnTo>
                  <a:cubicBezTo>
                    <a:pt x="4739" y="334"/>
                    <a:pt x="4810" y="263"/>
                    <a:pt x="4810" y="168"/>
                  </a:cubicBezTo>
                  <a:cubicBezTo>
                    <a:pt x="4798" y="84"/>
                    <a:pt x="4739" y="1"/>
                    <a:pt x="4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12453;p87">
              <a:extLst>
                <a:ext uri="{FF2B5EF4-FFF2-40B4-BE49-F238E27FC236}">
                  <a16:creationId xmlns:a16="http://schemas.microsoft.com/office/drawing/2014/main" id="{8CEF66D4-67BC-88D2-06FF-CC7A5ACAB40C}"/>
                </a:ext>
              </a:extLst>
            </p:cNvPr>
            <p:cNvSpPr/>
            <p:nvPr/>
          </p:nvSpPr>
          <p:spPr>
            <a:xfrm>
              <a:off x="2788876" y="1809886"/>
              <a:ext cx="81132" cy="10581"/>
            </a:xfrm>
            <a:custGeom>
              <a:avLst/>
              <a:gdLst/>
              <a:ahLst/>
              <a:cxnLst/>
              <a:rect l="l" t="t" r="r" b="b"/>
              <a:pathLst>
                <a:path w="2561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2394" y="334"/>
                  </a:lnTo>
                  <a:cubicBezTo>
                    <a:pt x="2489" y="334"/>
                    <a:pt x="2560" y="262"/>
                    <a:pt x="2560" y="167"/>
                  </a:cubicBezTo>
                  <a:cubicBezTo>
                    <a:pt x="2560" y="84"/>
                    <a:pt x="2489" y="1"/>
                    <a:pt x="239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2454;p87">
              <a:extLst>
                <a:ext uri="{FF2B5EF4-FFF2-40B4-BE49-F238E27FC236}">
                  <a16:creationId xmlns:a16="http://schemas.microsoft.com/office/drawing/2014/main" id="{B7701AA3-726E-285E-09B7-17A94E1980D6}"/>
                </a:ext>
              </a:extLst>
            </p:cNvPr>
            <p:cNvSpPr/>
            <p:nvPr/>
          </p:nvSpPr>
          <p:spPr>
            <a:xfrm>
              <a:off x="2717596" y="1722385"/>
              <a:ext cx="152412" cy="10201"/>
            </a:xfrm>
            <a:custGeom>
              <a:avLst/>
              <a:gdLst/>
              <a:ahLst/>
              <a:cxnLst/>
              <a:rect l="l" t="t" r="r" b="b"/>
              <a:pathLst>
                <a:path w="4811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644" y="322"/>
                  </a:lnTo>
                  <a:cubicBezTo>
                    <a:pt x="4739" y="322"/>
                    <a:pt x="4810" y="250"/>
                    <a:pt x="4810" y="167"/>
                  </a:cubicBezTo>
                  <a:cubicBezTo>
                    <a:pt x="4798" y="60"/>
                    <a:pt x="4739" y="0"/>
                    <a:pt x="46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2455;p87">
              <a:extLst>
                <a:ext uri="{FF2B5EF4-FFF2-40B4-BE49-F238E27FC236}">
                  <a16:creationId xmlns:a16="http://schemas.microsoft.com/office/drawing/2014/main" id="{FFA7DED3-A03F-7F06-E4A2-3A835020279D}"/>
                </a:ext>
              </a:extLst>
            </p:cNvPr>
            <p:cNvSpPr/>
            <p:nvPr/>
          </p:nvSpPr>
          <p:spPr>
            <a:xfrm>
              <a:off x="2717596" y="1696344"/>
              <a:ext cx="152412" cy="10613"/>
            </a:xfrm>
            <a:custGeom>
              <a:avLst/>
              <a:gdLst/>
              <a:ahLst/>
              <a:cxnLst/>
              <a:rect l="l" t="t" r="r" b="b"/>
              <a:pathLst>
                <a:path w="4811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4644" y="334"/>
                  </a:lnTo>
                  <a:cubicBezTo>
                    <a:pt x="4739" y="334"/>
                    <a:pt x="4810" y="251"/>
                    <a:pt x="4810" y="167"/>
                  </a:cubicBezTo>
                  <a:cubicBezTo>
                    <a:pt x="4798" y="72"/>
                    <a:pt x="4739" y="1"/>
                    <a:pt x="4644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2456;p87">
              <a:extLst>
                <a:ext uri="{FF2B5EF4-FFF2-40B4-BE49-F238E27FC236}">
                  <a16:creationId xmlns:a16="http://schemas.microsoft.com/office/drawing/2014/main" id="{8B0A0095-CBDF-EDCE-53D4-E052A9681564}"/>
                </a:ext>
              </a:extLst>
            </p:cNvPr>
            <p:cNvSpPr/>
            <p:nvPr/>
          </p:nvSpPr>
          <p:spPr>
            <a:xfrm>
              <a:off x="2717596" y="1670335"/>
              <a:ext cx="152412" cy="10581"/>
            </a:xfrm>
            <a:custGeom>
              <a:avLst/>
              <a:gdLst/>
              <a:ahLst/>
              <a:cxnLst/>
              <a:rect l="l" t="t" r="r" b="b"/>
              <a:pathLst>
                <a:path w="4811" h="334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4644" y="334"/>
                  </a:lnTo>
                  <a:cubicBezTo>
                    <a:pt x="4739" y="334"/>
                    <a:pt x="4810" y="262"/>
                    <a:pt x="4810" y="167"/>
                  </a:cubicBezTo>
                  <a:cubicBezTo>
                    <a:pt x="4810" y="84"/>
                    <a:pt x="4739" y="0"/>
                    <a:pt x="4644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457;p87">
              <a:extLst>
                <a:ext uri="{FF2B5EF4-FFF2-40B4-BE49-F238E27FC236}">
                  <a16:creationId xmlns:a16="http://schemas.microsoft.com/office/drawing/2014/main" id="{D9E20228-30AB-166A-8116-F975C5AB1B30}"/>
                </a:ext>
              </a:extLst>
            </p:cNvPr>
            <p:cNvSpPr/>
            <p:nvPr/>
          </p:nvSpPr>
          <p:spPr>
            <a:xfrm>
              <a:off x="2778326" y="1594145"/>
              <a:ext cx="31332" cy="61111"/>
            </a:xfrm>
            <a:custGeom>
              <a:avLst/>
              <a:gdLst/>
              <a:ahLst/>
              <a:cxnLst/>
              <a:rect l="l" t="t" r="r" b="b"/>
              <a:pathLst>
                <a:path w="989" h="1929" extrusionOk="0">
                  <a:moveTo>
                    <a:pt x="179" y="0"/>
                  </a:moveTo>
                  <a:cubicBezTo>
                    <a:pt x="95" y="0"/>
                    <a:pt x="12" y="72"/>
                    <a:pt x="12" y="167"/>
                  </a:cubicBezTo>
                  <a:cubicBezTo>
                    <a:pt x="12" y="250"/>
                    <a:pt x="95" y="322"/>
                    <a:pt x="179" y="322"/>
                  </a:cubicBezTo>
                  <a:lnTo>
                    <a:pt x="333" y="322"/>
                  </a:lnTo>
                  <a:lnTo>
                    <a:pt x="333" y="1607"/>
                  </a:lnTo>
                  <a:lnTo>
                    <a:pt x="167" y="1607"/>
                  </a:lnTo>
                  <a:cubicBezTo>
                    <a:pt x="72" y="1607"/>
                    <a:pt x="0" y="1679"/>
                    <a:pt x="0" y="1774"/>
                  </a:cubicBezTo>
                  <a:cubicBezTo>
                    <a:pt x="0" y="1858"/>
                    <a:pt x="72" y="1929"/>
                    <a:pt x="167" y="1929"/>
                  </a:cubicBezTo>
                  <a:lnTo>
                    <a:pt x="822" y="1929"/>
                  </a:lnTo>
                  <a:cubicBezTo>
                    <a:pt x="905" y="1929"/>
                    <a:pt x="988" y="1858"/>
                    <a:pt x="988" y="1774"/>
                  </a:cubicBezTo>
                  <a:cubicBezTo>
                    <a:pt x="976" y="1679"/>
                    <a:pt x="893" y="1607"/>
                    <a:pt x="810" y="1607"/>
                  </a:cubicBezTo>
                  <a:lnTo>
                    <a:pt x="643" y="1607"/>
                  </a:lnTo>
                  <a:lnTo>
                    <a:pt x="643" y="167"/>
                  </a:lnTo>
                  <a:cubicBezTo>
                    <a:pt x="643" y="72"/>
                    <a:pt x="572" y="0"/>
                    <a:pt x="476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2458;p87">
              <a:extLst>
                <a:ext uri="{FF2B5EF4-FFF2-40B4-BE49-F238E27FC236}">
                  <a16:creationId xmlns:a16="http://schemas.microsoft.com/office/drawing/2014/main" id="{C936E11D-AE75-7DC6-071B-A60E65B3D506}"/>
                </a:ext>
              </a:extLst>
            </p:cNvPr>
            <p:cNvSpPr/>
            <p:nvPr/>
          </p:nvSpPr>
          <p:spPr>
            <a:xfrm>
              <a:off x="2782476" y="1575263"/>
              <a:ext cx="16220" cy="15872"/>
            </a:xfrm>
            <a:custGeom>
              <a:avLst/>
              <a:gdLst/>
              <a:ahLst/>
              <a:cxnLst/>
              <a:rect l="l" t="t" r="r" b="b"/>
              <a:pathLst>
                <a:path w="512" h="501" extrusionOk="0">
                  <a:moveTo>
                    <a:pt x="262" y="1"/>
                  </a:moveTo>
                  <a:cubicBezTo>
                    <a:pt x="131" y="1"/>
                    <a:pt x="0" y="120"/>
                    <a:pt x="0" y="251"/>
                  </a:cubicBezTo>
                  <a:cubicBezTo>
                    <a:pt x="0" y="382"/>
                    <a:pt x="119" y="501"/>
                    <a:pt x="262" y="501"/>
                  </a:cubicBezTo>
                  <a:cubicBezTo>
                    <a:pt x="393" y="501"/>
                    <a:pt x="512" y="382"/>
                    <a:pt x="512" y="251"/>
                  </a:cubicBezTo>
                  <a:cubicBezTo>
                    <a:pt x="512" y="120"/>
                    <a:pt x="393" y="1"/>
                    <a:pt x="26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2459;p87">
              <a:extLst>
                <a:ext uri="{FF2B5EF4-FFF2-40B4-BE49-F238E27FC236}">
                  <a16:creationId xmlns:a16="http://schemas.microsoft.com/office/drawing/2014/main" id="{643B147C-0B2C-1903-5126-86C2DC36E662}"/>
                </a:ext>
              </a:extLst>
            </p:cNvPr>
            <p:cNvSpPr/>
            <p:nvPr/>
          </p:nvSpPr>
          <p:spPr>
            <a:xfrm>
              <a:off x="2943537" y="1513044"/>
              <a:ext cx="42261" cy="347783"/>
            </a:xfrm>
            <a:custGeom>
              <a:avLst/>
              <a:gdLst/>
              <a:ahLst/>
              <a:cxnLst/>
              <a:rect l="l" t="t" r="r" b="b"/>
              <a:pathLst>
                <a:path w="1334" h="10978" extrusionOk="0">
                  <a:moveTo>
                    <a:pt x="667" y="310"/>
                  </a:moveTo>
                  <a:cubicBezTo>
                    <a:pt x="857" y="310"/>
                    <a:pt x="1012" y="477"/>
                    <a:pt x="1012" y="655"/>
                  </a:cubicBezTo>
                  <a:lnTo>
                    <a:pt x="1012" y="1477"/>
                  </a:lnTo>
                  <a:lnTo>
                    <a:pt x="321" y="1477"/>
                  </a:lnTo>
                  <a:lnTo>
                    <a:pt x="321" y="655"/>
                  </a:lnTo>
                  <a:cubicBezTo>
                    <a:pt x="321" y="465"/>
                    <a:pt x="488" y="310"/>
                    <a:pt x="667" y="310"/>
                  </a:cubicBezTo>
                  <a:close/>
                  <a:moveTo>
                    <a:pt x="1024" y="1798"/>
                  </a:moveTo>
                  <a:lnTo>
                    <a:pt x="1024" y="2453"/>
                  </a:lnTo>
                  <a:lnTo>
                    <a:pt x="321" y="2453"/>
                  </a:lnTo>
                  <a:lnTo>
                    <a:pt x="321" y="1798"/>
                  </a:lnTo>
                  <a:close/>
                  <a:moveTo>
                    <a:pt x="964" y="9597"/>
                  </a:moveTo>
                  <a:lnTo>
                    <a:pt x="833" y="10525"/>
                  </a:lnTo>
                  <a:cubicBezTo>
                    <a:pt x="810" y="10597"/>
                    <a:pt x="750" y="10656"/>
                    <a:pt x="679" y="10656"/>
                  </a:cubicBezTo>
                  <a:cubicBezTo>
                    <a:pt x="607" y="10656"/>
                    <a:pt x="536" y="10597"/>
                    <a:pt x="536" y="10525"/>
                  </a:cubicBezTo>
                  <a:lnTo>
                    <a:pt x="417" y="9597"/>
                  </a:lnTo>
                  <a:close/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1631"/>
                  </a:lnTo>
                  <a:lnTo>
                    <a:pt x="0" y="2822"/>
                  </a:lnTo>
                  <a:lnTo>
                    <a:pt x="0" y="4810"/>
                  </a:lnTo>
                  <a:cubicBezTo>
                    <a:pt x="0" y="4894"/>
                    <a:pt x="71" y="4965"/>
                    <a:pt x="167" y="4965"/>
                  </a:cubicBezTo>
                  <a:cubicBezTo>
                    <a:pt x="250" y="4965"/>
                    <a:pt x="321" y="4894"/>
                    <a:pt x="321" y="4810"/>
                  </a:cubicBezTo>
                  <a:lnTo>
                    <a:pt x="321" y="2763"/>
                  </a:lnTo>
                  <a:lnTo>
                    <a:pt x="1024" y="2763"/>
                  </a:lnTo>
                  <a:lnTo>
                    <a:pt x="1024" y="9275"/>
                  </a:lnTo>
                  <a:lnTo>
                    <a:pt x="321" y="9275"/>
                  </a:lnTo>
                  <a:lnTo>
                    <a:pt x="321" y="5430"/>
                  </a:lnTo>
                  <a:cubicBezTo>
                    <a:pt x="321" y="5346"/>
                    <a:pt x="250" y="5263"/>
                    <a:pt x="167" y="5263"/>
                  </a:cubicBezTo>
                  <a:cubicBezTo>
                    <a:pt x="71" y="5263"/>
                    <a:pt x="0" y="5346"/>
                    <a:pt x="0" y="5430"/>
                  </a:cubicBezTo>
                  <a:lnTo>
                    <a:pt x="0" y="9430"/>
                  </a:lnTo>
                  <a:cubicBezTo>
                    <a:pt x="0" y="9490"/>
                    <a:pt x="24" y="9537"/>
                    <a:pt x="60" y="9561"/>
                  </a:cubicBezTo>
                  <a:lnTo>
                    <a:pt x="191" y="10561"/>
                  </a:lnTo>
                  <a:cubicBezTo>
                    <a:pt x="226" y="10799"/>
                    <a:pt x="429" y="10978"/>
                    <a:pt x="667" y="10978"/>
                  </a:cubicBezTo>
                  <a:cubicBezTo>
                    <a:pt x="905" y="10978"/>
                    <a:pt x="1119" y="10799"/>
                    <a:pt x="1143" y="10561"/>
                  </a:cubicBezTo>
                  <a:lnTo>
                    <a:pt x="1274" y="9561"/>
                  </a:lnTo>
                  <a:cubicBezTo>
                    <a:pt x="1322" y="9537"/>
                    <a:pt x="1334" y="9490"/>
                    <a:pt x="1334" y="9430"/>
                  </a:cubicBezTo>
                  <a:lnTo>
                    <a:pt x="1334" y="2822"/>
                  </a:lnTo>
                  <a:lnTo>
                    <a:pt x="1334" y="1631"/>
                  </a:lnTo>
                  <a:lnTo>
                    <a:pt x="1334" y="667"/>
                  </a:lnTo>
                  <a:cubicBezTo>
                    <a:pt x="1334" y="298"/>
                    <a:pt x="1036" y="0"/>
                    <a:pt x="66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5" name="Google Shape;859;p7" descr="Badge Question Mark with solid fill">
            <a:extLst>
              <a:ext uri="{FF2B5EF4-FFF2-40B4-BE49-F238E27FC236}">
                <a16:creationId xmlns:a16="http://schemas.microsoft.com/office/drawing/2014/main" id="{A750E607-98DE-01DA-9AD5-F145F29255E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38800" y="353591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860;p7">
            <a:extLst>
              <a:ext uri="{FF2B5EF4-FFF2-40B4-BE49-F238E27FC236}">
                <a16:creationId xmlns:a16="http://schemas.microsoft.com/office/drawing/2014/main" id="{7E870609-F3F9-9349-F024-ACB4436AB602}"/>
              </a:ext>
            </a:extLst>
          </p:cNvPr>
          <p:cNvSpPr txBox="1"/>
          <p:nvPr/>
        </p:nvSpPr>
        <p:spPr>
          <a:xfrm>
            <a:off x="4024372" y="2475834"/>
            <a:ext cx="4141520" cy="1064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0"/>
              <a:buFont typeface="Lato Black"/>
              <a:buNone/>
            </a:pPr>
            <a:r>
              <a:rPr lang="en-US" sz="7000" b="0" i="0" dirty="0">
                <a:solidFill>
                  <a:schemeClr val="lt1"/>
                </a:solidFill>
                <a:latin typeface="Lato Black"/>
                <a:ea typeface="Lato Black"/>
                <a:cs typeface="Lato Black"/>
                <a:sym typeface="Lato Black"/>
              </a:rPr>
              <a:t>Questions</a:t>
            </a:r>
            <a:endParaRPr sz="7000" b="0" i="0" dirty="0">
              <a:solidFill>
                <a:schemeClr val="lt1"/>
              </a:solidFill>
              <a:latin typeface="Lato Black"/>
              <a:ea typeface="Lato Black"/>
              <a:cs typeface="Lato Black"/>
              <a:sym typeface="Lato Black"/>
            </a:endParaRPr>
          </a:p>
        </p:txBody>
      </p:sp>
    </p:spTree>
    <p:extLst>
      <p:ext uri="{BB962C8B-B14F-4D97-AF65-F5344CB8AC3E}">
        <p14:creationId xmlns:p14="http://schemas.microsoft.com/office/powerpoint/2010/main" val="2433062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2939</TotalTime>
  <Words>500</Words>
  <Application>Microsoft Macintosh PowerPoint</Application>
  <PresentationFormat>On-screen Show (16:9)</PresentationFormat>
  <Paragraphs>70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Lato</vt:lpstr>
      <vt:lpstr>Lato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CertOps Studio — AIE9 Demo Day</dc:title>
  <dc:subject>PptxGenJS Presentation</dc:subject>
  <dc:creator>Jose Mata</dc:creator>
  <cp:lastModifiedBy>Joseph Mata</cp:lastModifiedBy>
  <cp:revision>1</cp:revision>
  <dcterms:created xsi:type="dcterms:W3CDTF">2026-03-16T02:02:25Z</dcterms:created>
  <dcterms:modified xsi:type="dcterms:W3CDTF">2026-03-18T03:16:33Z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6ee81-2126-4203-8511-ebee33cbf2ea_Enabled">
    <vt:lpwstr>true</vt:lpwstr>
  </property>
  <property fmtid="{D5CDD505-2E9C-101B-9397-08002B2CF9AE}" pid="3" name="MSIP_Label_10d6ee81-2126-4203-8511-ebee33cbf2ea_SetDate">
    <vt:lpwstr>2026-03-16T02:05:24Z</vt:lpwstr>
  </property>
  <property fmtid="{D5CDD505-2E9C-101B-9397-08002B2CF9AE}" pid="4" name="MSIP_Label_10d6ee81-2126-4203-8511-ebee33cbf2ea_Method">
    <vt:lpwstr>Standard</vt:lpwstr>
  </property>
  <property fmtid="{D5CDD505-2E9C-101B-9397-08002B2CF9AE}" pid="5" name="MSIP_Label_10d6ee81-2126-4203-8511-ebee33cbf2ea_Name">
    <vt:lpwstr>General</vt:lpwstr>
  </property>
  <property fmtid="{D5CDD505-2E9C-101B-9397-08002B2CF9AE}" pid="6" name="MSIP_Label_10d6ee81-2126-4203-8511-ebee33cbf2ea_SiteId">
    <vt:lpwstr>47049324-c498-4be5-acf7-0154448a1107</vt:lpwstr>
  </property>
  <property fmtid="{D5CDD505-2E9C-101B-9397-08002B2CF9AE}" pid="7" name="MSIP_Label_10d6ee81-2126-4203-8511-ebee33cbf2ea_ActionId">
    <vt:lpwstr>37cc228e-6da7-4e63-bf64-987ebdb3f5cd</vt:lpwstr>
  </property>
  <property fmtid="{D5CDD505-2E9C-101B-9397-08002B2CF9AE}" pid="8" name="MSIP_Label_10d6ee81-2126-4203-8511-ebee33cbf2ea_ContentBits">
    <vt:lpwstr>0</vt:lpwstr>
  </property>
  <property fmtid="{D5CDD505-2E9C-101B-9397-08002B2CF9AE}" pid="9" name="MSIP_Label_10d6ee81-2126-4203-8511-ebee33cbf2ea_Tag">
    <vt:lpwstr>50, 3, 0, 1</vt:lpwstr>
  </property>
</Properties>
</file>