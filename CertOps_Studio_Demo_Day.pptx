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11"/>
  </p:notesMasterIdLst>
  <p:sldIdLst>
    <p:sldId id="256" r:id="rId2"/>
    <p:sldId id="269" r:id="rId3"/>
    <p:sldId id="2147483418" r:id="rId4"/>
    <p:sldId id="2147483422" r:id="rId5"/>
    <p:sldId id="2147483427" r:id="rId6"/>
    <p:sldId id="268" r:id="rId7"/>
    <p:sldId id="2147483428" r:id="rId8"/>
    <p:sldId id="2147483426" r:id="rId9"/>
    <p:sldId id="265" r:id="rId1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14627-278E-1D46-8892-43F72A674C91}" v="636" dt="2026-03-19T02:44:13.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73237"/>
  </p:normalViewPr>
  <p:slideViewPr>
    <p:cSldViewPr snapToGrid="0" snapToObjects="1">
      <p:cViewPr varScale="1">
        <p:scale>
          <a:sx n="115" d="100"/>
          <a:sy n="115" d="100"/>
        </p:scale>
        <p:origin x="3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Mata" userId="7bc4e0a3-43fe-410e-ab0b-dd6ac2ed59a7" providerId="ADAL" clId="{20AA238B-BA4D-59F0-BE88-0BD221C4FFE9}"/>
    <pc:docChg chg="undo custSel mod addSld delSld modSld sldOrd">
      <pc:chgData name="Joseph Mata" userId="7bc4e0a3-43fe-410e-ab0b-dd6ac2ed59a7" providerId="ADAL" clId="{20AA238B-BA4D-59F0-BE88-0BD221C4FFE9}" dt="2026-03-19T02:45:41.395" v="5148" actId="20577"/>
      <pc:docMkLst>
        <pc:docMk/>
      </pc:docMkLst>
      <pc:sldChg chg="addSp delSp modSp mod ord setBg modNotesTx">
        <pc:chgData name="Joseph Mata" userId="7bc4e0a3-43fe-410e-ab0b-dd6ac2ed59a7" providerId="ADAL" clId="{20AA238B-BA4D-59F0-BE88-0BD221C4FFE9}" dt="2026-03-18T02:22:22.898" v="2085" actId="20577"/>
        <pc:sldMkLst>
          <pc:docMk/>
          <pc:sldMk cId="0" sldId="256"/>
        </pc:sldMkLst>
        <pc:spChg chg="mod">
          <ac:chgData name="Joseph Mata" userId="7bc4e0a3-43fe-410e-ab0b-dd6ac2ed59a7" providerId="ADAL" clId="{20AA238B-BA4D-59F0-BE88-0BD221C4FFE9}" dt="2026-03-17T11:04:43.437" v="125" actId="26606"/>
          <ac:spMkLst>
            <pc:docMk/>
            <pc:sldMk cId="0" sldId="256"/>
            <ac:spMk id="2" creationId="{00000000-0000-0000-0000-000000000000}"/>
          </ac:spMkLst>
        </pc:spChg>
        <pc:spChg chg="mod">
          <ac:chgData name="Joseph Mata" userId="7bc4e0a3-43fe-410e-ab0b-dd6ac2ed59a7" providerId="ADAL" clId="{20AA238B-BA4D-59F0-BE88-0BD221C4FFE9}" dt="2026-03-17T11:04:43.437" v="125" actId="26606"/>
          <ac:spMkLst>
            <pc:docMk/>
            <pc:sldMk cId="0" sldId="256"/>
            <ac:spMk id="3" creationId="{00000000-0000-0000-0000-000000000000}"/>
          </ac:spMkLst>
        </pc:spChg>
        <pc:spChg chg="mod">
          <ac:chgData name="Joseph Mata" userId="7bc4e0a3-43fe-410e-ab0b-dd6ac2ed59a7" providerId="ADAL" clId="{20AA238B-BA4D-59F0-BE88-0BD221C4FFE9}" dt="2026-03-17T11:09:33.386" v="223" actId="1076"/>
          <ac:spMkLst>
            <pc:docMk/>
            <pc:sldMk cId="0" sldId="256"/>
            <ac:spMk id="5" creationId="{00000000-0000-0000-0000-000000000000}"/>
          </ac:spMkLst>
        </pc:spChg>
        <pc:spChg chg="add del mod">
          <ac:chgData name="Joseph Mata" userId="7bc4e0a3-43fe-410e-ab0b-dd6ac2ed59a7" providerId="ADAL" clId="{20AA238B-BA4D-59F0-BE88-0BD221C4FFE9}" dt="2026-03-17T11:09:45.940" v="230" actId="47"/>
          <ac:spMkLst>
            <pc:docMk/>
            <pc:sldMk cId="0" sldId="256"/>
            <ac:spMk id="7" creationId="{18E37404-1177-E0E4-2BB7-59EF8136A294}"/>
          </ac:spMkLst>
        </pc:spChg>
      </pc:sldChg>
      <pc:sldChg chg="delSp modSp mod setBg">
        <pc:chgData name="Joseph Mata" userId="7bc4e0a3-43fe-410e-ab0b-dd6ac2ed59a7" providerId="ADAL" clId="{20AA238B-BA4D-59F0-BE88-0BD221C4FFE9}" dt="2026-03-18T04:34:00.641" v="2743" actId="478"/>
        <pc:sldMkLst>
          <pc:docMk/>
          <pc:sldMk cId="0" sldId="265"/>
        </pc:sldMkLst>
        <pc:spChg chg="mod">
          <ac:chgData name="Joseph Mata" userId="7bc4e0a3-43fe-410e-ab0b-dd6ac2ed59a7" providerId="ADAL" clId="{20AA238B-BA4D-59F0-BE88-0BD221C4FFE9}" dt="2026-03-17T21:35:56.516" v="1973" actId="20577"/>
          <ac:spMkLst>
            <pc:docMk/>
            <pc:sldMk cId="0" sldId="265"/>
            <ac:spMk id="2" creationId="{00000000-0000-0000-0000-000000000000}"/>
          </ac:spMkLst>
        </pc:spChg>
        <pc:spChg chg="del">
          <ac:chgData name="Joseph Mata" userId="7bc4e0a3-43fe-410e-ab0b-dd6ac2ed59a7" providerId="ADAL" clId="{20AA238B-BA4D-59F0-BE88-0BD221C4FFE9}" dt="2026-03-18T04:34:00.641" v="2743" actId="478"/>
          <ac:spMkLst>
            <pc:docMk/>
            <pc:sldMk cId="0" sldId="265"/>
            <ac:spMk id="3" creationId="{00000000-0000-0000-0000-000000000000}"/>
          </ac:spMkLst>
        </pc:spChg>
      </pc:sldChg>
      <pc:sldChg chg="addSp delSp modSp add del mod ord setBg">
        <pc:chgData name="Joseph Mata" userId="7bc4e0a3-43fe-410e-ab0b-dd6ac2ed59a7" providerId="ADAL" clId="{20AA238B-BA4D-59F0-BE88-0BD221C4FFE9}" dt="2026-03-18T04:33:54.597" v="2742" actId="2696"/>
        <pc:sldMkLst>
          <pc:docMk/>
          <pc:sldMk cId="243306271" sldId="267"/>
        </pc:sldMkLst>
      </pc:sldChg>
      <pc:sldChg chg="addSp delSp modSp add mod setBg delAnim modAnim">
        <pc:chgData name="Joseph Mata" userId="7bc4e0a3-43fe-410e-ab0b-dd6ac2ed59a7" providerId="ADAL" clId="{20AA238B-BA4D-59F0-BE88-0BD221C4FFE9}" dt="2026-03-18T03:57:24.033" v="2687" actId="14100"/>
        <pc:sldMkLst>
          <pc:docMk/>
          <pc:sldMk cId="4148440160" sldId="268"/>
        </pc:sldMkLst>
        <pc:picChg chg="add del mod modCrop">
          <ac:chgData name="Joseph Mata" userId="7bc4e0a3-43fe-410e-ab0b-dd6ac2ed59a7" providerId="ADAL" clId="{20AA238B-BA4D-59F0-BE88-0BD221C4FFE9}" dt="2026-03-18T03:55:54.302" v="2680" actId="478"/>
          <ac:picMkLst>
            <pc:docMk/>
            <pc:sldMk cId="4148440160" sldId="268"/>
            <ac:picMk id="8" creationId="{D13EDA46-1535-4F57-15B1-8131E6B1EE5B}"/>
          </ac:picMkLst>
        </pc:picChg>
        <pc:picChg chg="add mod">
          <ac:chgData name="Joseph Mata" userId="7bc4e0a3-43fe-410e-ab0b-dd6ac2ed59a7" providerId="ADAL" clId="{20AA238B-BA4D-59F0-BE88-0BD221C4FFE9}" dt="2026-03-17T22:38:56.781" v="2037"/>
          <ac:picMkLst>
            <pc:docMk/>
            <pc:sldMk cId="4148440160" sldId="268"/>
            <ac:picMk id="10" creationId="{AD8DF6D9-9172-4468-9FBC-D9A62497CC86}"/>
          </ac:picMkLst>
        </pc:picChg>
        <pc:picChg chg="add mod modCrop">
          <ac:chgData name="Joseph Mata" userId="7bc4e0a3-43fe-410e-ab0b-dd6ac2ed59a7" providerId="ADAL" clId="{20AA238B-BA4D-59F0-BE88-0BD221C4FFE9}" dt="2026-03-18T03:57:24.033" v="2687" actId="14100"/>
          <ac:picMkLst>
            <pc:docMk/>
            <pc:sldMk cId="4148440160" sldId="268"/>
            <ac:picMk id="12" creationId="{B0AD99A7-EB42-97AD-DD87-6F6A9D8219D2}"/>
          </ac:picMkLst>
        </pc:picChg>
      </pc:sldChg>
      <pc:sldChg chg="addSp delSp modSp add mod delAnim modAnim modNotesTx">
        <pc:chgData name="Joseph Mata" userId="7bc4e0a3-43fe-410e-ab0b-dd6ac2ed59a7" providerId="ADAL" clId="{20AA238B-BA4D-59F0-BE88-0BD221C4FFE9}" dt="2026-03-18T23:20:20.222" v="2756" actId="20577"/>
        <pc:sldMkLst>
          <pc:docMk/>
          <pc:sldMk cId="746043015" sldId="269"/>
        </pc:sldMkLst>
        <pc:spChg chg="add mod">
          <ac:chgData name="Joseph Mata" userId="7bc4e0a3-43fe-410e-ab0b-dd6ac2ed59a7" providerId="ADAL" clId="{20AA238B-BA4D-59F0-BE88-0BD221C4FFE9}" dt="2026-03-17T21:23:42.061" v="1768" actId="207"/>
          <ac:spMkLst>
            <pc:docMk/>
            <pc:sldMk cId="746043015" sldId="269"/>
            <ac:spMk id="13" creationId="{64A35CB2-0C30-40EC-6173-446F1E16B6A5}"/>
          </ac:spMkLst>
        </pc:spChg>
        <pc:spChg chg="add mod">
          <ac:chgData name="Joseph Mata" userId="7bc4e0a3-43fe-410e-ab0b-dd6ac2ed59a7" providerId="ADAL" clId="{20AA238B-BA4D-59F0-BE88-0BD221C4FFE9}" dt="2026-03-17T21:34:59.893" v="1948" actId="20577"/>
          <ac:spMkLst>
            <pc:docMk/>
            <pc:sldMk cId="746043015" sldId="269"/>
            <ac:spMk id="14" creationId="{A34A9F02-BE4A-A93D-10AB-EF89C2B21E7B}"/>
          </ac:spMkLst>
        </pc:spChg>
        <pc:spChg chg="add mod">
          <ac:chgData name="Joseph Mata" userId="7bc4e0a3-43fe-410e-ab0b-dd6ac2ed59a7" providerId="ADAL" clId="{20AA238B-BA4D-59F0-BE88-0BD221C4FFE9}" dt="2026-03-17T23:54:56.727" v="2061" actId="20577"/>
          <ac:spMkLst>
            <pc:docMk/>
            <pc:sldMk cId="746043015" sldId="269"/>
            <ac:spMk id="15" creationId="{7303E6C0-D30A-A365-C05A-7B8F84C4935C}"/>
          </ac:spMkLst>
        </pc:spChg>
        <pc:grpChg chg="mod topLvl">
          <ac:chgData name="Joseph Mata" userId="7bc4e0a3-43fe-410e-ab0b-dd6ac2ed59a7" providerId="ADAL" clId="{20AA238B-BA4D-59F0-BE88-0BD221C4FFE9}" dt="2026-03-17T11:28:59.967" v="416" actId="164"/>
          <ac:grpSpMkLst>
            <pc:docMk/>
            <pc:sldMk cId="746043015" sldId="269"/>
            <ac:grpSpMk id="8" creationId="{CF5663E4-71F7-1164-AA35-371FC5E7A98F}"/>
          </ac:grpSpMkLst>
        </pc:grpChg>
        <pc:grpChg chg="add mod">
          <ac:chgData name="Joseph Mata" userId="7bc4e0a3-43fe-410e-ab0b-dd6ac2ed59a7" providerId="ADAL" clId="{20AA238B-BA4D-59F0-BE88-0BD221C4FFE9}" dt="2026-03-17T11:38:31.775" v="588" actId="1038"/>
          <ac:grpSpMkLst>
            <pc:docMk/>
            <pc:sldMk cId="746043015" sldId="269"/>
            <ac:grpSpMk id="12" creationId="{298E1461-7FA1-8864-F816-A1117CCA8031}"/>
          </ac:grpSpMkLst>
        </pc:grpChg>
        <pc:picChg chg="mod">
          <ac:chgData name="Joseph Mata" userId="7bc4e0a3-43fe-410e-ab0b-dd6ac2ed59a7" providerId="ADAL" clId="{20AA238B-BA4D-59F0-BE88-0BD221C4FFE9}" dt="2026-03-17T20:10:11.338" v="1201"/>
          <ac:picMkLst>
            <pc:docMk/>
            <pc:sldMk cId="746043015" sldId="269"/>
            <ac:picMk id="9" creationId="{864122BF-323D-6DB6-D4E2-19297A8EBFFF}"/>
          </ac:picMkLst>
        </pc:picChg>
        <pc:picChg chg="mod">
          <ac:chgData name="Joseph Mata" userId="7bc4e0a3-43fe-410e-ab0b-dd6ac2ed59a7" providerId="ADAL" clId="{20AA238B-BA4D-59F0-BE88-0BD221C4FFE9}" dt="2026-03-17T20:09:16.404" v="1035"/>
          <ac:picMkLst>
            <pc:docMk/>
            <pc:sldMk cId="746043015" sldId="269"/>
            <ac:picMk id="10" creationId="{3236FC0C-D042-BCBC-58EC-9C91F2E5558E}"/>
          </ac:picMkLst>
        </pc:picChg>
        <pc:picChg chg="add mod">
          <ac:chgData name="Joseph Mata" userId="7bc4e0a3-43fe-410e-ab0b-dd6ac2ed59a7" providerId="ADAL" clId="{20AA238B-BA4D-59F0-BE88-0BD221C4FFE9}" dt="2026-03-17T11:38:15.160" v="537" actId="1037"/>
          <ac:picMkLst>
            <pc:docMk/>
            <pc:sldMk cId="746043015" sldId="269"/>
            <ac:picMk id="11" creationId="{195FB887-8B06-EDDE-695A-A9F0503A2892}"/>
          </ac:picMkLst>
        </pc:picChg>
      </pc:sldChg>
      <pc:sldChg chg="addSp delSp modSp add mod modAnim modNotesTx">
        <pc:chgData name="Joseph Mata" userId="7bc4e0a3-43fe-410e-ab0b-dd6ac2ed59a7" providerId="ADAL" clId="{20AA238B-BA4D-59F0-BE88-0BD221C4FFE9}" dt="2026-03-19T02:45:41.395" v="5148" actId="20577"/>
        <pc:sldMkLst>
          <pc:docMk/>
          <pc:sldMk cId="229041283" sldId="2147483418"/>
        </pc:sldMkLst>
        <pc:spChg chg="mod">
          <ac:chgData name="Joseph Mata" userId="7bc4e0a3-43fe-410e-ab0b-dd6ac2ed59a7" providerId="ADAL" clId="{20AA238B-BA4D-59F0-BE88-0BD221C4FFE9}" dt="2026-03-17T11:41:22.863" v="615"/>
          <ac:spMkLst>
            <pc:docMk/>
            <pc:sldMk cId="229041283" sldId="2147483418"/>
            <ac:spMk id="4" creationId="{6232AE07-86FB-9E46-9A70-AB7FC7E6CDE2}"/>
          </ac:spMkLst>
        </pc:spChg>
        <pc:spChg chg="mod">
          <ac:chgData name="Joseph Mata" userId="7bc4e0a3-43fe-410e-ab0b-dd6ac2ed59a7" providerId="ADAL" clId="{20AA238B-BA4D-59F0-BE88-0BD221C4FFE9}" dt="2026-03-17T11:41:22.863" v="615"/>
          <ac:spMkLst>
            <pc:docMk/>
            <pc:sldMk cId="229041283" sldId="2147483418"/>
            <ac:spMk id="5" creationId="{2B655E18-0E6D-9065-5DF2-A7F9902004F0}"/>
          </ac:spMkLst>
        </pc:spChg>
        <pc:spChg chg="mod">
          <ac:chgData name="Joseph Mata" userId="7bc4e0a3-43fe-410e-ab0b-dd6ac2ed59a7" providerId="ADAL" clId="{20AA238B-BA4D-59F0-BE88-0BD221C4FFE9}" dt="2026-03-17T11:41:22.863" v="615"/>
          <ac:spMkLst>
            <pc:docMk/>
            <pc:sldMk cId="229041283" sldId="2147483418"/>
            <ac:spMk id="6" creationId="{E85EAE25-FEE3-6C5D-4F5E-3C0F394B074B}"/>
          </ac:spMkLst>
        </pc:spChg>
        <pc:spChg chg="mod">
          <ac:chgData name="Joseph Mata" userId="7bc4e0a3-43fe-410e-ab0b-dd6ac2ed59a7" providerId="ADAL" clId="{20AA238B-BA4D-59F0-BE88-0BD221C4FFE9}" dt="2026-03-17T21:34:25.503" v="1937" actId="20577"/>
          <ac:spMkLst>
            <pc:docMk/>
            <pc:sldMk cId="229041283" sldId="2147483418"/>
            <ac:spMk id="14" creationId="{DFDDE935-EA22-48AD-E33A-5CBA1A69475A}"/>
          </ac:spMkLst>
        </pc:spChg>
        <pc:spChg chg="mod">
          <ac:chgData name="Joseph Mata" userId="7bc4e0a3-43fe-410e-ab0b-dd6ac2ed59a7" providerId="ADAL" clId="{20AA238B-BA4D-59F0-BE88-0BD221C4FFE9}" dt="2026-03-17T11:41:22.863" v="615"/>
          <ac:spMkLst>
            <pc:docMk/>
            <pc:sldMk cId="229041283" sldId="2147483418"/>
            <ac:spMk id="17" creationId="{A544C4F4-84DF-DB0E-54C5-8DD1A2CAE45A}"/>
          </ac:spMkLst>
        </pc:spChg>
        <pc:spChg chg="mod">
          <ac:chgData name="Joseph Mata" userId="7bc4e0a3-43fe-410e-ab0b-dd6ac2ed59a7" providerId="ADAL" clId="{20AA238B-BA4D-59F0-BE88-0BD221C4FFE9}" dt="2026-03-17T11:41:22.863" v="615"/>
          <ac:spMkLst>
            <pc:docMk/>
            <pc:sldMk cId="229041283" sldId="2147483418"/>
            <ac:spMk id="19" creationId="{E88F9B5D-5B26-C920-7F6E-12E6C9D3D79D}"/>
          </ac:spMkLst>
        </pc:spChg>
        <pc:spChg chg="mod">
          <ac:chgData name="Joseph Mata" userId="7bc4e0a3-43fe-410e-ab0b-dd6ac2ed59a7" providerId="ADAL" clId="{20AA238B-BA4D-59F0-BE88-0BD221C4FFE9}" dt="2026-03-17T11:41:22.863" v="615"/>
          <ac:spMkLst>
            <pc:docMk/>
            <pc:sldMk cId="229041283" sldId="2147483418"/>
            <ac:spMk id="20" creationId="{52F85009-E2BF-5183-7A03-7B7E3BEBAB26}"/>
          </ac:spMkLst>
        </pc:spChg>
        <pc:spChg chg="mod">
          <ac:chgData name="Joseph Mata" userId="7bc4e0a3-43fe-410e-ab0b-dd6ac2ed59a7" providerId="ADAL" clId="{20AA238B-BA4D-59F0-BE88-0BD221C4FFE9}" dt="2026-03-17T11:41:22.863" v="615"/>
          <ac:spMkLst>
            <pc:docMk/>
            <pc:sldMk cId="229041283" sldId="2147483418"/>
            <ac:spMk id="21" creationId="{36F4119C-E4E0-C1D5-E588-63C72743F323}"/>
          </ac:spMkLst>
        </pc:spChg>
        <pc:spChg chg="mod">
          <ac:chgData name="Joseph Mata" userId="7bc4e0a3-43fe-410e-ab0b-dd6ac2ed59a7" providerId="ADAL" clId="{20AA238B-BA4D-59F0-BE88-0BD221C4FFE9}" dt="2026-03-17T11:41:22.863" v="615"/>
          <ac:spMkLst>
            <pc:docMk/>
            <pc:sldMk cId="229041283" sldId="2147483418"/>
            <ac:spMk id="22" creationId="{6BCC3BBE-58DE-6CA2-EC6F-6C0A61DFDAF0}"/>
          </ac:spMkLst>
        </pc:spChg>
        <pc:spChg chg="mod">
          <ac:chgData name="Joseph Mata" userId="7bc4e0a3-43fe-410e-ab0b-dd6ac2ed59a7" providerId="ADAL" clId="{20AA238B-BA4D-59F0-BE88-0BD221C4FFE9}" dt="2026-03-17T11:41:22.863" v="615"/>
          <ac:spMkLst>
            <pc:docMk/>
            <pc:sldMk cId="229041283" sldId="2147483418"/>
            <ac:spMk id="23" creationId="{9D7FD65E-FF75-03AA-7211-26167930C23B}"/>
          </ac:spMkLst>
        </pc:spChg>
        <pc:spChg chg="mod">
          <ac:chgData name="Joseph Mata" userId="7bc4e0a3-43fe-410e-ab0b-dd6ac2ed59a7" providerId="ADAL" clId="{20AA238B-BA4D-59F0-BE88-0BD221C4FFE9}" dt="2026-03-17T11:41:22.863" v="615"/>
          <ac:spMkLst>
            <pc:docMk/>
            <pc:sldMk cId="229041283" sldId="2147483418"/>
            <ac:spMk id="24" creationId="{1C73C70C-25CC-AEC0-230A-D2AE35D23371}"/>
          </ac:spMkLst>
        </pc:spChg>
        <pc:spChg chg="mod">
          <ac:chgData name="Joseph Mata" userId="7bc4e0a3-43fe-410e-ab0b-dd6ac2ed59a7" providerId="ADAL" clId="{20AA238B-BA4D-59F0-BE88-0BD221C4FFE9}" dt="2026-03-17T11:42:32.724" v="620"/>
          <ac:spMkLst>
            <pc:docMk/>
            <pc:sldMk cId="229041283" sldId="2147483418"/>
            <ac:spMk id="27" creationId="{074E7D37-4574-0D0A-1BE7-6070B7BB5448}"/>
          </ac:spMkLst>
        </pc:spChg>
        <pc:spChg chg="mod">
          <ac:chgData name="Joseph Mata" userId="7bc4e0a3-43fe-410e-ab0b-dd6ac2ed59a7" providerId="ADAL" clId="{20AA238B-BA4D-59F0-BE88-0BD221C4FFE9}" dt="2026-03-17T11:42:32.724" v="620"/>
          <ac:spMkLst>
            <pc:docMk/>
            <pc:sldMk cId="229041283" sldId="2147483418"/>
            <ac:spMk id="28" creationId="{FD5D7D64-E74F-147D-D506-74C21728A077}"/>
          </ac:spMkLst>
        </pc:spChg>
        <pc:spChg chg="mod">
          <ac:chgData name="Joseph Mata" userId="7bc4e0a3-43fe-410e-ab0b-dd6ac2ed59a7" providerId="ADAL" clId="{20AA238B-BA4D-59F0-BE88-0BD221C4FFE9}" dt="2026-03-17T11:42:32.724" v="620"/>
          <ac:spMkLst>
            <pc:docMk/>
            <pc:sldMk cId="229041283" sldId="2147483418"/>
            <ac:spMk id="29" creationId="{6C97D0BC-96F2-CC1B-36A9-8B0BA46A0112}"/>
          </ac:spMkLst>
        </pc:spChg>
        <pc:spChg chg="mod">
          <ac:chgData name="Joseph Mata" userId="7bc4e0a3-43fe-410e-ab0b-dd6ac2ed59a7" providerId="ADAL" clId="{20AA238B-BA4D-59F0-BE88-0BD221C4FFE9}" dt="2026-03-17T11:42:32.724" v="620"/>
          <ac:spMkLst>
            <pc:docMk/>
            <pc:sldMk cId="229041283" sldId="2147483418"/>
            <ac:spMk id="30" creationId="{098D1C6B-F403-48B1-A16A-DE72E08193CE}"/>
          </ac:spMkLst>
        </pc:spChg>
        <pc:spChg chg="mod">
          <ac:chgData name="Joseph Mata" userId="7bc4e0a3-43fe-410e-ab0b-dd6ac2ed59a7" providerId="ADAL" clId="{20AA238B-BA4D-59F0-BE88-0BD221C4FFE9}" dt="2026-03-17T11:42:32.724" v="620"/>
          <ac:spMkLst>
            <pc:docMk/>
            <pc:sldMk cId="229041283" sldId="2147483418"/>
            <ac:spMk id="31" creationId="{D0A96EF8-1955-2784-5F3E-8CB8D8356068}"/>
          </ac:spMkLst>
        </pc:spChg>
        <pc:spChg chg="mod">
          <ac:chgData name="Joseph Mata" userId="7bc4e0a3-43fe-410e-ab0b-dd6ac2ed59a7" providerId="ADAL" clId="{20AA238B-BA4D-59F0-BE88-0BD221C4FFE9}" dt="2026-03-17T11:42:32.724" v="620"/>
          <ac:spMkLst>
            <pc:docMk/>
            <pc:sldMk cId="229041283" sldId="2147483418"/>
            <ac:spMk id="32" creationId="{F15F3A21-C899-81E5-4F05-68200763FA57}"/>
          </ac:spMkLst>
        </pc:spChg>
        <pc:spChg chg="mod">
          <ac:chgData name="Joseph Mata" userId="7bc4e0a3-43fe-410e-ab0b-dd6ac2ed59a7" providerId="ADAL" clId="{20AA238B-BA4D-59F0-BE88-0BD221C4FFE9}" dt="2026-03-17T11:42:32.724" v="620"/>
          <ac:spMkLst>
            <pc:docMk/>
            <pc:sldMk cId="229041283" sldId="2147483418"/>
            <ac:spMk id="33" creationId="{5F3D82DD-A280-4303-D5A3-595BF879FFDD}"/>
          </ac:spMkLst>
        </pc:spChg>
        <pc:spChg chg="mod">
          <ac:chgData name="Joseph Mata" userId="7bc4e0a3-43fe-410e-ab0b-dd6ac2ed59a7" providerId="ADAL" clId="{20AA238B-BA4D-59F0-BE88-0BD221C4FFE9}" dt="2026-03-17T11:42:32.724" v="620"/>
          <ac:spMkLst>
            <pc:docMk/>
            <pc:sldMk cId="229041283" sldId="2147483418"/>
            <ac:spMk id="34" creationId="{863D79D4-8D6D-7B0F-24AD-ACC68307ABD5}"/>
          </ac:spMkLst>
        </pc:spChg>
        <pc:spChg chg="mod">
          <ac:chgData name="Joseph Mata" userId="7bc4e0a3-43fe-410e-ab0b-dd6ac2ed59a7" providerId="ADAL" clId="{20AA238B-BA4D-59F0-BE88-0BD221C4FFE9}" dt="2026-03-17T11:42:32.724" v="620"/>
          <ac:spMkLst>
            <pc:docMk/>
            <pc:sldMk cId="229041283" sldId="2147483418"/>
            <ac:spMk id="35" creationId="{ED673FC0-2D44-3EF6-217E-9A65C2326324}"/>
          </ac:spMkLst>
        </pc:spChg>
        <pc:spChg chg="mod">
          <ac:chgData name="Joseph Mata" userId="7bc4e0a3-43fe-410e-ab0b-dd6ac2ed59a7" providerId="ADAL" clId="{20AA238B-BA4D-59F0-BE88-0BD221C4FFE9}" dt="2026-03-17T11:42:32.724" v="620"/>
          <ac:spMkLst>
            <pc:docMk/>
            <pc:sldMk cId="229041283" sldId="2147483418"/>
            <ac:spMk id="36" creationId="{5DB867E0-F6D0-3C9C-F36A-4ED999080499}"/>
          </ac:spMkLst>
        </pc:spChg>
        <pc:spChg chg="mod">
          <ac:chgData name="Joseph Mata" userId="7bc4e0a3-43fe-410e-ab0b-dd6ac2ed59a7" providerId="ADAL" clId="{20AA238B-BA4D-59F0-BE88-0BD221C4FFE9}" dt="2026-03-17T11:43:06.387" v="623"/>
          <ac:spMkLst>
            <pc:docMk/>
            <pc:sldMk cId="229041283" sldId="2147483418"/>
            <ac:spMk id="38" creationId="{B4E0B05D-0764-3480-B7E1-28AA6E0BCD07}"/>
          </ac:spMkLst>
        </pc:spChg>
        <pc:spChg chg="mod">
          <ac:chgData name="Joseph Mata" userId="7bc4e0a3-43fe-410e-ab0b-dd6ac2ed59a7" providerId="ADAL" clId="{20AA238B-BA4D-59F0-BE88-0BD221C4FFE9}" dt="2026-03-17T11:43:06.387" v="623"/>
          <ac:spMkLst>
            <pc:docMk/>
            <pc:sldMk cId="229041283" sldId="2147483418"/>
            <ac:spMk id="39" creationId="{193E2316-ADDC-A5D3-2DDA-411971A2A218}"/>
          </ac:spMkLst>
        </pc:spChg>
        <pc:spChg chg="mod">
          <ac:chgData name="Joseph Mata" userId="7bc4e0a3-43fe-410e-ab0b-dd6ac2ed59a7" providerId="ADAL" clId="{20AA238B-BA4D-59F0-BE88-0BD221C4FFE9}" dt="2026-03-17T11:43:06.387" v="623"/>
          <ac:spMkLst>
            <pc:docMk/>
            <pc:sldMk cId="229041283" sldId="2147483418"/>
            <ac:spMk id="40" creationId="{053A40BB-AA33-8288-D359-E5535C13C5D9}"/>
          </ac:spMkLst>
        </pc:spChg>
        <pc:spChg chg="mod">
          <ac:chgData name="Joseph Mata" userId="7bc4e0a3-43fe-410e-ab0b-dd6ac2ed59a7" providerId="ADAL" clId="{20AA238B-BA4D-59F0-BE88-0BD221C4FFE9}" dt="2026-03-17T11:43:06.387" v="623"/>
          <ac:spMkLst>
            <pc:docMk/>
            <pc:sldMk cId="229041283" sldId="2147483418"/>
            <ac:spMk id="41" creationId="{47956E58-AE17-44E2-EF8C-12C2752C454D}"/>
          </ac:spMkLst>
        </pc:spChg>
        <pc:spChg chg="mod">
          <ac:chgData name="Joseph Mata" userId="7bc4e0a3-43fe-410e-ab0b-dd6ac2ed59a7" providerId="ADAL" clId="{20AA238B-BA4D-59F0-BE88-0BD221C4FFE9}" dt="2026-03-17T11:43:06.387" v="623"/>
          <ac:spMkLst>
            <pc:docMk/>
            <pc:sldMk cId="229041283" sldId="2147483418"/>
            <ac:spMk id="42" creationId="{2C098604-0F49-6341-7907-4D75DE70E282}"/>
          </ac:spMkLst>
        </pc:spChg>
        <pc:spChg chg="mod">
          <ac:chgData name="Joseph Mata" userId="7bc4e0a3-43fe-410e-ab0b-dd6ac2ed59a7" providerId="ADAL" clId="{20AA238B-BA4D-59F0-BE88-0BD221C4FFE9}" dt="2026-03-17T11:43:06.387" v="623"/>
          <ac:spMkLst>
            <pc:docMk/>
            <pc:sldMk cId="229041283" sldId="2147483418"/>
            <ac:spMk id="43" creationId="{499EEBE6-015E-B3CC-2EB8-73F4A3CE3DDD}"/>
          </ac:spMkLst>
        </pc:spChg>
        <pc:spChg chg="mod">
          <ac:chgData name="Joseph Mata" userId="7bc4e0a3-43fe-410e-ab0b-dd6ac2ed59a7" providerId="ADAL" clId="{20AA238B-BA4D-59F0-BE88-0BD221C4FFE9}" dt="2026-03-17T11:43:06.387" v="623"/>
          <ac:spMkLst>
            <pc:docMk/>
            <pc:sldMk cId="229041283" sldId="2147483418"/>
            <ac:spMk id="44" creationId="{195284F3-4D83-5400-3045-97754D5F0AFD}"/>
          </ac:spMkLst>
        </pc:spChg>
        <pc:spChg chg="mod">
          <ac:chgData name="Joseph Mata" userId="7bc4e0a3-43fe-410e-ab0b-dd6ac2ed59a7" providerId="ADAL" clId="{20AA238B-BA4D-59F0-BE88-0BD221C4FFE9}" dt="2026-03-17T11:43:06.387" v="623"/>
          <ac:spMkLst>
            <pc:docMk/>
            <pc:sldMk cId="229041283" sldId="2147483418"/>
            <ac:spMk id="45" creationId="{4FAA8783-AFA6-52D2-40BA-92A7BD198D79}"/>
          </ac:spMkLst>
        </pc:spChg>
        <pc:spChg chg="mod">
          <ac:chgData name="Joseph Mata" userId="7bc4e0a3-43fe-410e-ab0b-dd6ac2ed59a7" providerId="ADAL" clId="{20AA238B-BA4D-59F0-BE88-0BD221C4FFE9}" dt="2026-03-17T21:20:31.958" v="1705" actId="207"/>
          <ac:spMkLst>
            <pc:docMk/>
            <pc:sldMk cId="229041283" sldId="2147483418"/>
            <ac:spMk id="47" creationId="{BBEA199B-F2EB-C78E-7C75-C58C4C562171}"/>
          </ac:spMkLst>
        </pc:spChg>
        <pc:spChg chg="mod">
          <ac:chgData name="Joseph Mata" userId="7bc4e0a3-43fe-410e-ab0b-dd6ac2ed59a7" providerId="ADAL" clId="{20AA238B-BA4D-59F0-BE88-0BD221C4FFE9}" dt="2026-03-18T02:58:46.706" v="2479" actId="165"/>
          <ac:spMkLst>
            <pc:docMk/>
            <pc:sldMk cId="229041283" sldId="2147483418"/>
            <ac:spMk id="49" creationId="{A10B982F-9910-8119-3FDB-1A6B6C36233F}"/>
          </ac:spMkLst>
        </pc:spChg>
        <pc:spChg chg="mod">
          <ac:chgData name="Joseph Mata" userId="7bc4e0a3-43fe-410e-ab0b-dd6ac2ed59a7" providerId="ADAL" clId="{20AA238B-BA4D-59F0-BE88-0BD221C4FFE9}" dt="2026-03-17T21:20:31.958" v="1705" actId="207"/>
          <ac:spMkLst>
            <pc:docMk/>
            <pc:sldMk cId="229041283" sldId="2147483418"/>
            <ac:spMk id="50" creationId="{BCA36396-7561-CAEF-2002-83CA0B0859BE}"/>
          </ac:spMkLst>
        </pc:spChg>
        <pc:spChg chg="mod">
          <ac:chgData name="Joseph Mata" userId="7bc4e0a3-43fe-410e-ab0b-dd6ac2ed59a7" providerId="ADAL" clId="{20AA238B-BA4D-59F0-BE88-0BD221C4FFE9}" dt="2026-03-17T21:20:31.958" v="1705" actId="207"/>
          <ac:spMkLst>
            <pc:docMk/>
            <pc:sldMk cId="229041283" sldId="2147483418"/>
            <ac:spMk id="52" creationId="{B2D0D13D-10D3-3553-47CE-09E69E87F795}"/>
          </ac:spMkLst>
        </pc:spChg>
        <pc:spChg chg="mod">
          <ac:chgData name="Joseph Mata" userId="7bc4e0a3-43fe-410e-ab0b-dd6ac2ed59a7" providerId="ADAL" clId="{20AA238B-BA4D-59F0-BE88-0BD221C4FFE9}" dt="2026-03-17T21:20:31.958" v="1705" actId="207"/>
          <ac:spMkLst>
            <pc:docMk/>
            <pc:sldMk cId="229041283" sldId="2147483418"/>
            <ac:spMk id="53" creationId="{9C5E1238-2F26-9834-BDF4-D962A98387F0}"/>
          </ac:spMkLst>
        </pc:spChg>
        <pc:spChg chg="mod">
          <ac:chgData name="Joseph Mata" userId="7bc4e0a3-43fe-410e-ab0b-dd6ac2ed59a7" providerId="ADAL" clId="{20AA238B-BA4D-59F0-BE88-0BD221C4FFE9}" dt="2026-03-18T02:58:46.706" v="2479" actId="165"/>
          <ac:spMkLst>
            <pc:docMk/>
            <pc:sldMk cId="229041283" sldId="2147483418"/>
            <ac:spMk id="54" creationId="{3A22CC36-CEAC-7293-357C-C2FEC79DE0BB}"/>
          </ac:spMkLst>
        </pc:spChg>
        <pc:spChg chg="mod">
          <ac:chgData name="Joseph Mata" userId="7bc4e0a3-43fe-410e-ab0b-dd6ac2ed59a7" providerId="ADAL" clId="{20AA238B-BA4D-59F0-BE88-0BD221C4FFE9}" dt="2026-03-18T02:58:46.706" v="2479" actId="165"/>
          <ac:spMkLst>
            <pc:docMk/>
            <pc:sldMk cId="229041283" sldId="2147483418"/>
            <ac:spMk id="55" creationId="{395E6CFF-DCD6-05CA-A30B-8646C9009EE2}"/>
          </ac:spMkLst>
        </pc:spChg>
        <pc:spChg chg="mod">
          <ac:chgData name="Joseph Mata" userId="7bc4e0a3-43fe-410e-ab0b-dd6ac2ed59a7" providerId="ADAL" clId="{20AA238B-BA4D-59F0-BE88-0BD221C4FFE9}" dt="2026-03-17T21:20:31.958" v="1705" actId="207"/>
          <ac:spMkLst>
            <pc:docMk/>
            <pc:sldMk cId="229041283" sldId="2147483418"/>
            <ac:spMk id="56" creationId="{2CB537CA-CE77-4A0A-F1F0-943F16467474}"/>
          </ac:spMkLst>
        </pc:spChg>
        <pc:spChg chg="mod">
          <ac:chgData name="Joseph Mata" userId="7bc4e0a3-43fe-410e-ab0b-dd6ac2ed59a7" providerId="ADAL" clId="{20AA238B-BA4D-59F0-BE88-0BD221C4FFE9}" dt="2026-03-18T02:58:46.706" v="2479" actId="165"/>
          <ac:spMkLst>
            <pc:docMk/>
            <pc:sldMk cId="229041283" sldId="2147483418"/>
            <ac:spMk id="57" creationId="{BE5169EB-FA6C-7F81-FFD6-BA8F13424D91}"/>
          </ac:spMkLst>
        </pc:spChg>
        <pc:spChg chg="mod">
          <ac:chgData name="Joseph Mata" userId="7bc4e0a3-43fe-410e-ab0b-dd6ac2ed59a7" providerId="ADAL" clId="{20AA238B-BA4D-59F0-BE88-0BD221C4FFE9}" dt="2026-03-17T21:20:31.958" v="1705" actId="207"/>
          <ac:spMkLst>
            <pc:docMk/>
            <pc:sldMk cId="229041283" sldId="2147483418"/>
            <ac:spMk id="58" creationId="{27E7F15F-BE8C-2379-C4A9-3C4C216880CA}"/>
          </ac:spMkLst>
        </pc:spChg>
        <pc:spChg chg="mod">
          <ac:chgData name="Joseph Mata" userId="7bc4e0a3-43fe-410e-ab0b-dd6ac2ed59a7" providerId="ADAL" clId="{20AA238B-BA4D-59F0-BE88-0BD221C4FFE9}" dt="2026-03-18T02:58:46.706" v="2479" actId="165"/>
          <ac:spMkLst>
            <pc:docMk/>
            <pc:sldMk cId="229041283" sldId="2147483418"/>
            <ac:spMk id="59" creationId="{3F6BD3F1-21DF-3C77-ECF5-313EB798614A}"/>
          </ac:spMkLst>
        </pc:spChg>
        <pc:spChg chg="mod">
          <ac:chgData name="Joseph Mata" userId="7bc4e0a3-43fe-410e-ab0b-dd6ac2ed59a7" providerId="ADAL" clId="{20AA238B-BA4D-59F0-BE88-0BD221C4FFE9}" dt="2026-03-18T02:58:46.706" v="2479" actId="165"/>
          <ac:spMkLst>
            <pc:docMk/>
            <pc:sldMk cId="229041283" sldId="2147483418"/>
            <ac:spMk id="60" creationId="{5092C678-F0E0-1310-F8EF-A2B602526C2A}"/>
          </ac:spMkLst>
        </pc:spChg>
        <pc:spChg chg="mod">
          <ac:chgData name="Joseph Mata" userId="7bc4e0a3-43fe-410e-ab0b-dd6ac2ed59a7" providerId="ADAL" clId="{20AA238B-BA4D-59F0-BE88-0BD221C4FFE9}" dt="2026-03-18T03:00:47.920" v="2499" actId="165"/>
          <ac:spMkLst>
            <pc:docMk/>
            <pc:sldMk cId="229041283" sldId="2147483418"/>
            <ac:spMk id="62" creationId="{DD5E0A1B-A144-CF39-6390-1EEB119A8255}"/>
          </ac:spMkLst>
        </pc:spChg>
        <pc:spChg chg="mod">
          <ac:chgData name="Joseph Mata" userId="7bc4e0a3-43fe-410e-ab0b-dd6ac2ed59a7" providerId="ADAL" clId="{20AA238B-BA4D-59F0-BE88-0BD221C4FFE9}" dt="2026-03-18T03:00:47.920" v="2499" actId="165"/>
          <ac:spMkLst>
            <pc:docMk/>
            <pc:sldMk cId="229041283" sldId="2147483418"/>
            <ac:spMk id="63" creationId="{0BBE0073-BBA0-ACE0-5387-DF9566755B8C}"/>
          </ac:spMkLst>
        </pc:spChg>
        <pc:spChg chg="mod">
          <ac:chgData name="Joseph Mata" userId="7bc4e0a3-43fe-410e-ab0b-dd6ac2ed59a7" providerId="ADAL" clId="{20AA238B-BA4D-59F0-BE88-0BD221C4FFE9}" dt="2026-03-18T03:00:47.920" v="2499" actId="165"/>
          <ac:spMkLst>
            <pc:docMk/>
            <pc:sldMk cId="229041283" sldId="2147483418"/>
            <ac:spMk id="64" creationId="{1BFBAE66-DEF8-E1DC-24F1-D78422F71C43}"/>
          </ac:spMkLst>
        </pc:spChg>
        <pc:spChg chg="mod">
          <ac:chgData name="Joseph Mata" userId="7bc4e0a3-43fe-410e-ab0b-dd6ac2ed59a7" providerId="ADAL" clId="{20AA238B-BA4D-59F0-BE88-0BD221C4FFE9}" dt="2026-03-18T03:00:47.920" v="2499" actId="165"/>
          <ac:spMkLst>
            <pc:docMk/>
            <pc:sldMk cId="229041283" sldId="2147483418"/>
            <ac:spMk id="65" creationId="{332FCCB2-83F9-1C76-7F0E-208CB5236B4A}"/>
          </ac:spMkLst>
        </pc:spChg>
        <pc:spChg chg="mod">
          <ac:chgData name="Joseph Mata" userId="7bc4e0a3-43fe-410e-ab0b-dd6ac2ed59a7" providerId="ADAL" clId="{20AA238B-BA4D-59F0-BE88-0BD221C4FFE9}" dt="2026-03-18T02:51:14.212" v="2287" actId="208"/>
          <ac:spMkLst>
            <pc:docMk/>
            <pc:sldMk cId="229041283" sldId="2147483418"/>
            <ac:spMk id="67" creationId="{17E867D4-B42B-DF0D-FAA2-28C3ECD2EC00}"/>
          </ac:spMkLst>
        </pc:spChg>
        <pc:spChg chg="mod">
          <ac:chgData name="Joseph Mata" userId="7bc4e0a3-43fe-410e-ab0b-dd6ac2ed59a7" providerId="ADAL" clId="{20AA238B-BA4D-59F0-BE88-0BD221C4FFE9}" dt="2026-03-18T02:58:46.706" v="2479" actId="165"/>
          <ac:spMkLst>
            <pc:docMk/>
            <pc:sldMk cId="229041283" sldId="2147483418"/>
            <ac:spMk id="68" creationId="{64AA4990-579A-7823-2DD8-09255DAE9C1D}"/>
          </ac:spMkLst>
        </pc:spChg>
        <pc:spChg chg="mod">
          <ac:chgData name="Joseph Mata" userId="7bc4e0a3-43fe-410e-ab0b-dd6ac2ed59a7" providerId="ADAL" clId="{20AA238B-BA4D-59F0-BE88-0BD221C4FFE9}" dt="2026-03-18T02:58:46.706" v="2479" actId="165"/>
          <ac:spMkLst>
            <pc:docMk/>
            <pc:sldMk cId="229041283" sldId="2147483418"/>
            <ac:spMk id="69" creationId="{A51E62F6-BA08-55BF-6B78-21BC150EF4C5}"/>
          </ac:spMkLst>
        </pc:spChg>
        <pc:spChg chg="add mod">
          <ac:chgData name="Joseph Mata" userId="7bc4e0a3-43fe-410e-ab0b-dd6ac2ed59a7" providerId="ADAL" clId="{20AA238B-BA4D-59F0-BE88-0BD221C4FFE9}" dt="2026-03-17T23:53:14.523" v="2044" actId="164"/>
          <ac:spMkLst>
            <pc:docMk/>
            <pc:sldMk cId="229041283" sldId="2147483418"/>
            <ac:spMk id="74" creationId="{57DB422D-DB5E-34E2-F49E-9BBAC413EE24}"/>
          </ac:spMkLst>
        </pc:spChg>
        <pc:spChg chg="add mod topLvl">
          <ac:chgData name="Joseph Mata" userId="7bc4e0a3-43fe-410e-ab0b-dd6ac2ed59a7" providerId="ADAL" clId="{20AA238B-BA4D-59F0-BE88-0BD221C4FFE9}" dt="2026-03-18T02:29:27.441" v="2129" actId="1076"/>
          <ac:spMkLst>
            <pc:docMk/>
            <pc:sldMk cId="229041283" sldId="2147483418"/>
            <ac:spMk id="75" creationId="{D588FAB4-AA41-A0EA-DC60-3E36A92F1744}"/>
          </ac:spMkLst>
        </pc:spChg>
        <pc:spChg chg="add mod">
          <ac:chgData name="Joseph Mata" userId="7bc4e0a3-43fe-410e-ab0b-dd6ac2ed59a7" providerId="ADAL" clId="{20AA238B-BA4D-59F0-BE88-0BD221C4FFE9}" dt="2026-03-18T02:55:30.824" v="2389" actId="20577"/>
          <ac:spMkLst>
            <pc:docMk/>
            <pc:sldMk cId="229041283" sldId="2147483418"/>
            <ac:spMk id="76" creationId="{216C3BAE-4B86-000E-D228-AC101869FFAD}"/>
          </ac:spMkLst>
        </pc:spChg>
        <pc:spChg chg="add mod">
          <ac:chgData name="Joseph Mata" userId="7bc4e0a3-43fe-410e-ab0b-dd6ac2ed59a7" providerId="ADAL" clId="{20AA238B-BA4D-59F0-BE88-0BD221C4FFE9}" dt="2026-03-17T21:17:16.458" v="1639" actId="1076"/>
          <ac:spMkLst>
            <pc:docMk/>
            <pc:sldMk cId="229041283" sldId="2147483418"/>
            <ac:spMk id="77" creationId="{AF9E80A6-243F-D5A4-59B8-F6355D2F7B6C}"/>
          </ac:spMkLst>
        </pc:spChg>
        <pc:spChg chg="add mod">
          <ac:chgData name="Joseph Mata" userId="7bc4e0a3-43fe-410e-ab0b-dd6ac2ed59a7" providerId="ADAL" clId="{20AA238B-BA4D-59F0-BE88-0BD221C4FFE9}" dt="2026-03-17T21:16:32.068" v="1630" actId="164"/>
          <ac:spMkLst>
            <pc:docMk/>
            <pc:sldMk cId="229041283" sldId="2147483418"/>
            <ac:spMk id="78" creationId="{DB79AF88-E7A2-9D45-080A-F1ADC835FC96}"/>
          </ac:spMkLst>
        </pc:spChg>
        <pc:spChg chg="add mod">
          <ac:chgData name="Joseph Mata" userId="7bc4e0a3-43fe-410e-ab0b-dd6ac2ed59a7" providerId="ADAL" clId="{20AA238B-BA4D-59F0-BE88-0BD221C4FFE9}" dt="2026-03-18T02:59:46.583" v="2484" actId="1076"/>
          <ac:spMkLst>
            <pc:docMk/>
            <pc:sldMk cId="229041283" sldId="2147483418"/>
            <ac:spMk id="79" creationId="{649F9DE5-06B1-63C8-1E15-579E6D98F62E}"/>
          </ac:spMkLst>
        </pc:spChg>
        <pc:spChg chg="add mod topLvl">
          <ac:chgData name="Joseph Mata" userId="7bc4e0a3-43fe-410e-ab0b-dd6ac2ed59a7" providerId="ADAL" clId="{20AA238B-BA4D-59F0-BE88-0BD221C4FFE9}" dt="2026-03-18T03:02:08.205" v="2517" actId="164"/>
          <ac:spMkLst>
            <pc:docMk/>
            <pc:sldMk cId="229041283" sldId="2147483418"/>
            <ac:spMk id="80" creationId="{39B9CD73-96CB-BB81-6066-6AC232B21191}"/>
          </ac:spMkLst>
        </pc:spChg>
        <pc:spChg chg="add mod">
          <ac:chgData name="Joseph Mata" userId="7bc4e0a3-43fe-410e-ab0b-dd6ac2ed59a7" providerId="ADAL" clId="{20AA238B-BA4D-59F0-BE88-0BD221C4FFE9}" dt="2026-03-18T02:59:20.360" v="2482" actId="1076"/>
          <ac:spMkLst>
            <pc:docMk/>
            <pc:sldMk cId="229041283" sldId="2147483418"/>
            <ac:spMk id="81" creationId="{E6106DCF-9AD0-625A-7343-1C846C26EFAC}"/>
          </ac:spMkLst>
        </pc:spChg>
        <pc:spChg chg="del mod">
          <ac:chgData name="Joseph Mata" userId="7bc4e0a3-43fe-410e-ab0b-dd6ac2ed59a7" providerId="ADAL" clId="{20AA238B-BA4D-59F0-BE88-0BD221C4FFE9}" dt="2026-03-18T02:49:43.711" v="2282" actId="478"/>
          <ac:spMkLst>
            <pc:docMk/>
            <pc:sldMk cId="229041283" sldId="2147483418"/>
            <ac:spMk id="95" creationId="{A54A7F14-BBF7-5BBD-4693-00017C9AB0BF}"/>
          </ac:spMkLst>
        </pc:spChg>
        <pc:spChg chg="del mod">
          <ac:chgData name="Joseph Mata" userId="7bc4e0a3-43fe-410e-ab0b-dd6ac2ed59a7" providerId="ADAL" clId="{20AA238B-BA4D-59F0-BE88-0BD221C4FFE9}" dt="2026-03-18T02:49:41.181" v="2281" actId="478"/>
          <ac:spMkLst>
            <pc:docMk/>
            <pc:sldMk cId="229041283" sldId="2147483418"/>
            <ac:spMk id="96" creationId="{9B19F0AE-CCC8-71F9-4245-573992987C24}"/>
          </ac:spMkLst>
        </pc:spChg>
        <pc:spChg chg="add mod">
          <ac:chgData name="Joseph Mata" userId="7bc4e0a3-43fe-410e-ab0b-dd6ac2ed59a7" providerId="ADAL" clId="{20AA238B-BA4D-59F0-BE88-0BD221C4FFE9}" dt="2026-03-18T02:29:01.466" v="2106" actId="1038"/>
          <ac:spMkLst>
            <pc:docMk/>
            <pc:sldMk cId="229041283" sldId="2147483418"/>
            <ac:spMk id="97" creationId="{C142AC60-F3DD-89FC-56E9-EADB6C7DC41D}"/>
          </ac:spMkLst>
        </pc:spChg>
        <pc:spChg chg="add mod">
          <ac:chgData name="Joseph Mata" userId="7bc4e0a3-43fe-410e-ab0b-dd6ac2ed59a7" providerId="ADAL" clId="{20AA238B-BA4D-59F0-BE88-0BD221C4FFE9}" dt="2026-03-18T02:50:06.060" v="2284" actId="164"/>
          <ac:spMkLst>
            <pc:docMk/>
            <pc:sldMk cId="229041283" sldId="2147483418"/>
            <ac:spMk id="104" creationId="{1D6580A6-C68B-3A81-4533-69304EA2B2FE}"/>
          </ac:spMkLst>
        </pc:spChg>
        <pc:grpChg chg="mod">
          <ac:chgData name="Joseph Mata" userId="7bc4e0a3-43fe-410e-ab0b-dd6ac2ed59a7" providerId="ADAL" clId="{20AA238B-BA4D-59F0-BE88-0BD221C4FFE9}" dt="2026-03-17T21:16:32.068" v="1630" actId="164"/>
          <ac:grpSpMkLst>
            <pc:docMk/>
            <pc:sldMk cId="229041283" sldId="2147483418"/>
            <ac:grpSpMk id="2" creationId="{5CFF00FD-870A-5FE4-5F81-77C6E6F7D18F}"/>
          </ac:grpSpMkLst>
        </pc:grpChg>
        <pc:grpChg chg="mod">
          <ac:chgData name="Joseph Mata" userId="7bc4e0a3-43fe-410e-ab0b-dd6ac2ed59a7" providerId="ADAL" clId="{20AA238B-BA4D-59F0-BE88-0BD221C4FFE9}" dt="2026-03-17T21:16:57.646" v="1635" actId="164"/>
          <ac:grpSpMkLst>
            <pc:docMk/>
            <pc:sldMk cId="229041283" sldId="2147483418"/>
            <ac:grpSpMk id="26" creationId="{907D208E-8B4A-9F12-BC31-443DFB71B6D2}"/>
          </ac:grpSpMkLst>
        </pc:grpChg>
        <pc:grpChg chg="add mod">
          <ac:chgData name="Joseph Mata" userId="7bc4e0a3-43fe-410e-ab0b-dd6ac2ed59a7" providerId="ADAL" clId="{20AA238B-BA4D-59F0-BE88-0BD221C4FFE9}" dt="2026-03-17T21:17:04.226" v="1636" actId="164"/>
          <ac:grpSpMkLst>
            <pc:docMk/>
            <pc:sldMk cId="229041283" sldId="2147483418"/>
            <ac:grpSpMk id="37" creationId="{478FC792-5E26-396C-56C9-FE9555658425}"/>
          </ac:grpSpMkLst>
        </pc:grpChg>
        <pc:grpChg chg="mod">
          <ac:chgData name="Joseph Mata" userId="7bc4e0a3-43fe-410e-ab0b-dd6ac2ed59a7" providerId="ADAL" clId="{20AA238B-BA4D-59F0-BE88-0BD221C4FFE9}" dt="2026-03-17T21:32:54.836" v="1911" actId="164"/>
          <ac:grpSpMkLst>
            <pc:docMk/>
            <pc:sldMk cId="229041283" sldId="2147483418"/>
            <ac:grpSpMk id="46" creationId="{520D5A07-3ADA-53B5-194D-8CF4D2B8EDCA}"/>
          </ac:grpSpMkLst>
        </pc:grpChg>
        <pc:grpChg chg="add mod topLvl">
          <ac:chgData name="Joseph Mata" userId="7bc4e0a3-43fe-410e-ab0b-dd6ac2ed59a7" providerId="ADAL" clId="{20AA238B-BA4D-59F0-BE88-0BD221C4FFE9}" dt="2026-03-18T03:02:08.205" v="2517" actId="164"/>
          <ac:grpSpMkLst>
            <pc:docMk/>
            <pc:sldMk cId="229041283" sldId="2147483418"/>
            <ac:grpSpMk id="61" creationId="{45A3C04E-B49D-CF28-B246-45D5B6958AB6}"/>
          </ac:grpSpMkLst>
        </pc:grpChg>
        <pc:grpChg chg="add mod">
          <ac:chgData name="Joseph Mata" userId="7bc4e0a3-43fe-410e-ab0b-dd6ac2ed59a7" providerId="ADAL" clId="{20AA238B-BA4D-59F0-BE88-0BD221C4FFE9}" dt="2026-03-17T21:32:48.201" v="1910" actId="164"/>
          <ac:grpSpMkLst>
            <pc:docMk/>
            <pc:sldMk cId="229041283" sldId="2147483418"/>
            <ac:grpSpMk id="66" creationId="{5CC801C1-1A47-5DA9-CD0A-2589CCF80B7D}"/>
          </ac:grpSpMkLst>
        </pc:grpChg>
        <pc:grpChg chg="add mod">
          <ac:chgData name="Joseph Mata" userId="7bc4e0a3-43fe-410e-ab0b-dd6ac2ed59a7" providerId="ADAL" clId="{20AA238B-BA4D-59F0-BE88-0BD221C4FFE9}" dt="2026-03-17T21:24:40.927" v="1805" actId="1036"/>
          <ac:grpSpMkLst>
            <pc:docMk/>
            <pc:sldMk cId="229041283" sldId="2147483418"/>
            <ac:grpSpMk id="88" creationId="{CB10209D-7A99-C8B0-A976-E67AA14336A8}"/>
          </ac:grpSpMkLst>
        </pc:grpChg>
        <pc:grpChg chg="add mod">
          <ac:chgData name="Joseph Mata" userId="7bc4e0a3-43fe-410e-ab0b-dd6ac2ed59a7" providerId="ADAL" clId="{20AA238B-BA4D-59F0-BE88-0BD221C4FFE9}" dt="2026-03-17T21:26:06.791" v="1864" actId="1036"/>
          <ac:grpSpMkLst>
            <pc:docMk/>
            <pc:sldMk cId="229041283" sldId="2147483418"/>
            <ac:grpSpMk id="89" creationId="{AD2D1DAB-0310-250C-15BC-C4CEC2C60BC1}"/>
          </ac:grpSpMkLst>
        </pc:grpChg>
        <pc:grpChg chg="add mod">
          <ac:chgData name="Joseph Mata" userId="7bc4e0a3-43fe-410e-ab0b-dd6ac2ed59a7" providerId="ADAL" clId="{20AA238B-BA4D-59F0-BE88-0BD221C4FFE9}" dt="2026-03-17T21:25:55.903" v="1851" actId="1038"/>
          <ac:grpSpMkLst>
            <pc:docMk/>
            <pc:sldMk cId="229041283" sldId="2147483418"/>
            <ac:grpSpMk id="90" creationId="{388ED7B3-EA56-90B2-AC79-9A0E40650A7C}"/>
          </ac:grpSpMkLst>
        </pc:grpChg>
        <pc:grpChg chg="add del mod">
          <ac:chgData name="Joseph Mata" userId="7bc4e0a3-43fe-410e-ab0b-dd6ac2ed59a7" providerId="ADAL" clId="{20AA238B-BA4D-59F0-BE88-0BD221C4FFE9}" dt="2026-03-18T02:49:41.181" v="2281" actId="478"/>
          <ac:grpSpMkLst>
            <pc:docMk/>
            <pc:sldMk cId="229041283" sldId="2147483418"/>
            <ac:grpSpMk id="94" creationId="{48D2329F-823F-C7A3-B40A-F7373F25CAAB}"/>
          </ac:grpSpMkLst>
        </pc:grpChg>
        <pc:grpChg chg="add mod">
          <ac:chgData name="Joseph Mata" userId="7bc4e0a3-43fe-410e-ab0b-dd6ac2ed59a7" providerId="ADAL" clId="{20AA238B-BA4D-59F0-BE88-0BD221C4FFE9}" dt="2026-03-18T03:02:17.513" v="2518" actId="164"/>
          <ac:grpSpMkLst>
            <pc:docMk/>
            <pc:sldMk cId="229041283" sldId="2147483418"/>
            <ac:grpSpMk id="98" creationId="{1CD9C8C3-D84A-9999-D1BF-4F0E91905B1A}"/>
          </ac:grpSpMkLst>
        </pc:grpChg>
        <pc:grpChg chg="add mod">
          <ac:chgData name="Joseph Mata" userId="7bc4e0a3-43fe-410e-ab0b-dd6ac2ed59a7" providerId="ADAL" clId="{20AA238B-BA4D-59F0-BE88-0BD221C4FFE9}" dt="2026-03-18T03:02:17.513" v="2518" actId="164"/>
          <ac:grpSpMkLst>
            <pc:docMk/>
            <pc:sldMk cId="229041283" sldId="2147483418"/>
            <ac:grpSpMk id="99" creationId="{D8188B3A-43FA-3E28-91EC-B56C2C506794}"/>
          </ac:grpSpMkLst>
        </pc:grpChg>
        <pc:grpChg chg="add del mod">
          <ac:chgData name="Joseph Mata" userId="7bc4e0a3-43fe-410e-ab0b-dd6ac2ed59a7" providerId="ADAL" clId="{20AA238B-BA4D-59F0-BE88-0BD221C4FFE9}" dt="2026-03-18T03:00:47.920" v="2499" actId="165"/>
          <ac:grpSpMkLst>
            <pc:docMk/>
            <pc:sldMk cId="229041283" sldId="2147483418"/>
            <ac:grpSpMk id="100" creationId="{29889F98-011A-7277-45DA-4C018D5CD32D}"/>
          </ac:grpSpMkLst>
        </pc:grpChg>
        <pc:grpChg chg="add mod">
          <ac:chgData name="Joseph Mata" userId="7bc4e0a3-43fe-410e-ab0b-dd6ac2ed59a7" providerId="ADAL" clId="{20AA238B-BA4D-59F0-BE88-0BD221C4FFE9}" dt="2026-03-17T23:53:14.523" v="2044" actId="164"/>
          <ac:grpSpMkLst>
            <pc:docMk/>
            <pc:sldMk cId="229041283" sldId="2147483418"/>
            <ac:grpSpMk id="102" creationId="{7F1FB6D3-AE7A-DB56-74BD-67BBFE34D535}"/>
          </ac:grpSpMkLst>
        </pc:grpChg>
        <pc:grpChg chg="add mod">
          <ac:chgData name="Joseph Mata" userId="7bc4e0a3-43fe-410e-ab0b-dd6ac2ed59a7" providerId="ADAL" clId="{20AA238B-BA4D-59F0-BE88-0BD221C4FFE9}" dt="2026-03-18T02:50:06.060" v="2284" actId="164"/>
          <ac:grpSpMkLst>
            <pc:docMk/>
            <pc:sldMk cId="229041283" sldId="2147483418"/>
            <ac:grpSpMk id="103" creationId="{CBA61E06-BA89-F458-1E3E-841E0DF569A3}"/>
          </ac:grpSpMkLst>
        </pc:grpChg>
        <pc:grpChg chg="add mod">
          <ac:chgData name="Joseph Mata" userId="7bc4e0a3-43fe-410e-ab0b-dd6ac2ed59a7" providerId="ADAL" clId="{20AA238B-BA4D-59F0-BE88-0BD221C4FFE9}" dt="2026-03-18T02:50:06.060" v="2284" actId="164"/>
          <ac:grpSpMkLst>
            <pc:docMk/>
            <pc:sldMk cId="229041283" sldId="2147483418"/>
            <ac:grpSpMk id="105" creationId="{8775B136-C209-D7EF-5EAC-26564739E879}"/>
          </ac:grpSpMkLst>
        </pc:grpChg>
        <pc:grpChg chg="add mod">
          <ac:chgData name="Joseph Mata" userId="7bc4e0a3-43fe-410e-ab0b-dd6ac2ed59a7" providerId="ADAL" clId="{20AA238B-BA4D-59F0-BE88-0BD221C4FFE9}" dt="2026-03-18T03:02:17.513" v="2518" actId="164"/>
          <ac:grpSpMkLst>
            <pc:docMk/>
            <pc:sldMk cId="229041283" sldId="2147483418"/>
            <ac:grpSpMk id="106" creationId="{8A5E6E90-B363-BE79-AA98-3FDC5851AF50}"/>
          </ac:grpSpMkLst>
        </pc:grpChg>
        <pc:grpChg chg="add mod">
          <ac:chgData name="Joseph Mata" userId="7bc4e0a3-43fe-410e-ab0b-dd6ac2ed59a7" providerId="ADAL" clId="{20AA238B-BA4D-59F0-BE88-0BD221C4FFE9}" dt="2026-03-18T03:02:17.513" v="2518" actId="164"/>
          <ac:grpSpMkLst>
            <pc:docMk/>
            <pc:sldMk cId="229041283" sldId="2147483418"/>
            <ac:grpSpMk id="107" creationId="{E7051986-D7C8-6129-E698-FFDDDD38DFDE}"/>
          </ac:grpSpMkLst>
        </pc:grpChg>
        <pc:picChg chg="add mod">
          <ac:chgData name="Joseph Mata" userId="7bc4e0a3-43fe-410e-ab0b-dd6ac2ed59a7" providerId="ADAL" clId="{20AA238B-BA4D-59F0-BE88-0BD221C4FFE9}" dt="2026-03-17T23:53:14.523" v="2044" actId="164"/>
          <ac:picMkLst>
            <pc:docMk/>
            <pc:sldMk cId="229041283" sldId="2147483418"/>
            <ac:picMk id="87" creationId="{0621B4A0-B469-DD11-51E8-63EF4AD3843B}"/>
          </ac:picMkLst>
        </pc:picChg>
        <pc:cxnChg chg="add mod">
          <ac:chgData name="Joseph Mata" userId="7bc4e0a3-43fe-410e-ab0b-dd6ac2ed59a7" providerId="ADAL" clId="{20AA238B-BA4D-59F0-BE88-0BD221C4FFE9}" dt="2026-03-18T02:27:55.344" v="2102" actId="1076"/>
          <ac:cxnSpMkLst>
            <pc:docMk/>
            <pc:sldMk cId="229041283" sldId="2147483418"/>
            <ac:cxnSpMk id="91" creationId="{C4EAE418-B3B7-EBB1-436A-0E5033107714}"/>
          </ac:cxnSpMkLst>
        </pc:cxnChg>
        <pc:cxnChg chg="add mod">
          <ac:chgData name="Joseph Mata" userId="7bc4e0a3-43fe-410e-ab0b-dd6ac2ed59a7" providerId="ADAL" clId="{20AA238B-BA4D-59F0-BE88-0BD221C4FFE9}" dt="2026-03-17T21:24:43.669" v="1806" actId="1076"/>
          <ac:cxnSpMkLst>
            <pc:docMk/>
            <pc:sldMk cId="229041283" sldId="2147483418"/>
            <ac:cxnSpMk id="93" creationId="{C09F6B13-C335-F596-6CA1-B476D913FD66}"/>
          </ac:cxnSpMkLst>
        </pc:cxnChg>
      </pc:sldChg>
      <pc:sldChg chg="add ord modNotesTx">
        <pc:chgData name="Joseph Mata" userId="7bc4e0a3-43fe-410e-ab0b-dd6ac2ed59a7" providerId="ADAL" clId="{20AA238B-BA4D-59F0-BE88-0BD221C4FFE9}" dt="2026-03-19T00:50:52.299" v="2908" actId="20577"/>
        <pc:sldMkLst>
          <pc:docMk/>
          <pc:sldMk cId="468562430" sldId="2147483422"/>
        </pc:sldMkLst>
      </pc:sldChg>
      <pc:sldChg chg="delSp modSp add del mod ord">
        <pc:chgData name="Joseph Mata" userId="7bc4e0a3-43fe-410e-ab0b-dd6ac2ed59a7" providerId="ADAL" clId="{20AA238B-BA4D-59F0-BE88-0BD221C4FFE9}" dt="2026-03-18T04:33:50.821" v="2741" actId="2696"/>
        <pc:sldMkLst>
          <pc:docMk/>
          <pc:sldMk cId="2111548839" sldId="2147483423"/>
        </pc:sldMkLst>
      </pc:sldChg>
      <pc:sldChg chg="addSp delSp modSp add del mod modTransition modAnim">
        <pc:chgData name="Joseph Mata" userId="7bc4e0a3-43fe-410e-ab0b-dd6ac2ed59a7" providerId="ADAL" clId="{20AA238B-BA4D-59F0-BE88-0BD221C4FFE9}" dt="2026-03-18T04:32:43.890" v="2713" actId="2696"/>
        <pc:sldMkLst>
          <pc:docMk/>
          <pc:sldMk cId="1990532883" sldId="2147483424"/>
        </pc:sldMkLst>
      </pc:sldChg>
      <pc:sldChg chg="modSp add del mod modAnim">
        <pc:chgData name="Joseph Mata" userId="7bc4e0a3-43fe-410e-ab0b-dd6ac2ed59a7" providerId="ADAL" clId="{20AA238B-BA4D-59F0-BE88-0BD221C4FFE9}" dt="2026-03-18T04:32:44.384" v="2714" actId="2696"/>
        <pc:sldMkLst>
          <pc:docMk/>
          <pc:sldMk cId="4175983484" sldId="2147483425"/>
        </pc:sldMkLst>
      </pc:sldChg>
      <pc:sldChg chg="add">
        <pc:chgData name="Joseph Mata" userId="7bc4e0a3-43fe-410e-ab0b-dd6ac2ed59a7" providerId="ADAL" clId="{20AA238B-BA4D-59F0-BE88-0BD221C4FFE9}" dt="2026-03-17T22:42:46.185" v="2042" actId="2890"/>
        <pc:sldMkLst>
          <pc:docMk/>
          <pc:sldMk cId="1512180849" sldId="2147483426"/>
        </pc:sldMkLst>
      </pc:sldChg>
      <pc:sldChg chg="addSp delSp modSp add mod ord">
        <pc:chgData name="Joseph Mata" userId="7bc4e0a3-43fe-410e-ab0b-dd6ac2ed59a7" providerId="ADAL" clId="{20AA238B-BA4D-59F0-BE88-0BD221C4FFE9}" dt="2026-03-18T04:13:29.528" v="2712" actId="20578"/>
        <pc:sldMkLst>
          <pc:docMk/>
          <pc:sldMk cId="98661325" sldId="2147483427"/>
        </pc:sldMkLst>
        <pc:picChg chg="add del mod modCrop">
          <ac:chgData name="Joseph Mata" userId="7bc4e0a3-43fe-410e-ab0b-dd6ac2ed59a7" providerId="ADAL" clId="{20AA238B-BA4D-59F0-BE88-0BD221C4FFE9}" dt="2026-03-18T04:04:28.661" v="2688" actId="478"/>
          <ac:picMkLst>
            <pc:docMk/>
            <pc:sldMk cId="98661325" sldId="2147483427"/>
            <ac:picMk id="3" creationId="{8831B76D-E39D-C66B-1FFC-D36B4C0D30BD}"/>
          </ac:picMkLst>
        </pc:picChg>
        <pc:picChg chg="add del mod">
          <ac:chgData name="Joseph Mata" userId="7bc4e0a3-43fe-410e-ab0b-dd6ac2ed59a7" providerId="ADAL" clId="{20AA238B-BA4D-59F0-BE88-0BD221C4FFE9}" dt="2026-03-18T04:05:04.002" v="2690" actId="478"/>
          <ac:picMkLst>
            <pc:docMk/>
            <pc:sldMk cId="98661325" sldId="2147483427"/>
            <ac:picMk id="5" creationId="{C72C90DC-6B16-88A8-DCC1-126259A6DE7D}"/>
          </ac:picMkLst>
        </pc:picChg>
        <pc:picChg chg="add del mod">
          <ac:chgData name="Joseph Mata" userId="7bc4e0a3-43fe-410e-ab0b-dd6ac2ed59a7" providerId="ADAL" clId="{20AA238B-BA4D-59F0-BE88-0BD221C4FFE9}" dt="2026-03-18T04:08:27.414" v="2699" actId="478"/>
          <ac:picMkLst>
            <pc:docMk/>
            <pc:sldMk cId="98661325" sldId="2147483427"/>
            <ac:picMk id="7" creationId="{94902D0B-FC35-D81F-4CD0-E21F4FA2F3E2}"/>
          </ac:picMkLst>
        </pc:picChg>
        <pc:picChg chg="del">
          <ac:chgData name="Joseph Mata" userId="7bc4e0a3-43fe-410e-ab0b-dd6ac2ed59a7" providerId="ADAL" clId="{20AA238B-BA4D-59F0-BE88-0BD221C4FFE9}" dt="2026-03-18T00:09:43.595" v="2064" actId="478"/>
          <ac:picMkLst>
            <pc:docMk/>
            <pc:sldMk cId="98661325" sldId="2147483427"/>
            <ac:picMk id="8" creationId="{D2B18707-102C-CF10-6D0A-0B2E85ED086B}"/>
          </ac:picMkLst>
        </pc:picChg>
        <pc:picChg chg="add del mod">
          <ac:chgData name="Joseph Mata" userId="7bc4e0a3-43fe-410e-ab0b-dd6ac2ed59a7" providerId="ADAL" clId="{20AA238B-BA4D-59F0-BE88-0BD221C4FFE9}" dt="2026-03-18T04:08:15.680" v="2696" actId="478"/>
          <ac:picMkLst>
            <pc:docMk/>
            <pc:sldMk cId="98661325" sldId="2147483427"/>
            <ac:picMk id="11" creationId="{70E24EBD-83B7-3EAB-66F8-B80E3A6B2B81}"/>
          </ac:picMkLst>
        </pc:picChg>
        <pc:picChg chg="add del mod">
          <ac:chgData name="Joseph Mata" userId="7bc4e0a3-43fe-410e-ab0b-dd6ac2ed59a7" providerId="ADAL" clId="{20AA238B-BA4D-59F0-BE88-0BD221C4FFE9}" dt="2026-03-18T04:09:27.984" v="2702" actId="478"/>
          <ac:picMkLst>
            <pc:docMk/>
            <pc:sldMk cId="98661325" sldId="2147483427"/>
            <ac:picMk id="13" creationId="{18ACA528-E685-8372-EC8C-5F3658430163}"/>
          </ac:picMkLst>
        </pc:picChg>
        <pc:picChg chg="add del mod">
          <ac:chgData name="Joseph Mata" userId="7bc4e0a3-43fe-410e-ab0b-dd6ac2ed59a7" providerId="ADAL" clId="{20AA238B-BA4D-59F0-BE88-0BD221C4FFE9}" dt="2026-03-18T04:09:58.348" v="2704" actId="478"/>
          <ac:picMkLst>
            <pc:docMk/>
            <pc:sldMk cId="98661325" sldId="2147483427"/>
            <ac:picMk id="15" creationId="{17A65D12-BD72-270E-F1A8-3895DE1B5FFB}"/>
          </ac:picMkLst>
        </pc:picChg>
        <pc:picChg chg="add mod">
          <ac:chgData name="Joseph Mata" userId="7bc4e0a3-43fe-410e-ab0b-dd6ac2ed59a7" providerId="ADAL" clId="{20AA238B-BA4D-59F0-BE88-0BD221C4FFE9}" dt="2026-03-18T04:10:38.257" v="2711" actId="1076"/>
          <ac:picMkLst>
            <pc:docMk/>
            <pc:sldMk cId="98661325" sldId="2147483427"/>
            <ac:picMk id="17" creationId="{7F83CCD4-A2B5-F67A-990E-589DC7898A21}"/>
          </ac:picMkLst>
        </pc:picChg>
      </pc:sldChg>
      <pc:sldChg chg="delSp modSp add mod ord delAnim">
        <pc:chgData name="Joseph Mata" userId="7bc4e0a3-43fe-410e-ab0b-dd6ac2ed59a7" providerId="ADAL" clId="{20AA238B-BA4D-59F0-BE88-0BD221C4FFE9}" dt="2026-03-18T04:33:41.830" v="2740" actId="478"/>
        <pc:sldMkLst>
          <pc:docMk/>
          <pc:sldMk cId="4275385850" sldId="2147483428"/>
        </pc:sldMkLst>
        <pc:spChg chg="del">
          <ac:chgData name="Joseph Mata" userId="7bc4e0a3-43fe-410e-ab0b-dd6ac2ed59a7" providerId="ADAL" clId="{20AA238B-BA4D-59F0-BE88-0BD221C4FFE9}" dt="2026-03-18T04:33:39.088" v="2739" actId="478"/>
          <ac:spMkLst>
            <pc:docMk/>
            <pc:sldMk cId="4275385850" sldId="2147483428"/>
            <ac:spMk id="13" creationId="{DDC468E6-577D-F7A7-CA4D-294898C05571}"/>
          </ac:spMkLst>
        </pc:spChg>
        <pc:spChg chg="mod">
          <ac:chgData name="Joseph Mata" userId="7bc4e0a3-43fe-410e-ab0b-dd6ac2ed59a7" providerId="ADAL" clId="{20AA238B-BA4D-59F0-BE88-0BD221C4FFE9}" dt="2026-03-18T04:33:19.362" v="2737" actId="20577"/>
          <ac:spMkLst>
            <pc:docMk/>
            <pc:sldMk cId="4275385850" sldId="2147483428"/>
            <ac:spMk id="14" creationId="{BA11CF18-A570-7598-8C41-228FED79393B}"/>
          </ac:spMkLst>
        </pc:spChg>
        <pc:spChg chg="del">
          <ac:chgData name="Joseph Mata" userId="7bc4e0a3-43fe-410e-ab0b-dd6ac2ed59a7" providerId="ADAL" clId="{20AA238B-BA4D-59F0-BE88-0BD221C4FFE9}" dt="2026-03-18T04:33:37.742" v="2738" actId="478"/>
          <ac:spMkLst>
            <pc:docMk/>
            <pc:sldMk cId="4275385850" sldId="2147483428"/>
            <ac:spMk id="15" creationId="{1959E908-31CF-D00A-08DB-A11CCDAA94FC}"/>
          </ac:spMkLst>
        </pc:spChg>
        <pc:grpChg chg="del">
          <ac:chgData name="Joseph Mata" userId="7bc4e0a3-43fe-410e-ab0b-dd6ac2ed59a7" providerId="ADAL" clId="{20AA238B-BA4D-59F0-BE88-0BD221C4FFE9}" dt="2026-03-18T04:33:41.830" v="2740" actId="478"/>
          <ac:grpSpMkLst>
            <pc:docMk/>
            <pc:sldMk cId="4275385850" sldId="2147483428"/>
            <ac:grpSpMk id="12" creationId="{40E1E631-59CC-A25B-EA4A-24A4CB1B7772}"/>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964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Hi everyone. I’m going to walk you through the </a:t>
            </a:r>
            <a:r>
              <a:rPr lang="en-US" sz="1200" b="0" i="0" u="none" strike="noStrike" kern="1200" dirty="0" err="1">
                <a:solidFill>
                  <a:schemeClr val="tx1"/>
                </a:solidFill>
                <a:effectLst/>
                <a:latin typeface="+mn-lt"/>
                <a:ea typeface="+mn-ea"/>
                <a:cs typeface="+mn-cs"/>
              </a:rPr>
              <a:t>CertOps</a:t>
            </a:r>
            <a:r>
              <a:rPr lang="en-US" sz="1200" b="0" i="0" u="none" strike="noStrike" kern="1200" dirty="0">
                <a:solidFill>
                  <a:schemeClr val="tx1"/>
                </a:solidFill>
                <a:effectLst/>
                <a:latin typeface="+mn-lt"/>
                <a:ea typeface="+mn-ea"/>
                <a:cs typeface="+mn-cs"/>
              </a:rPr>
              <a:t> Studio, an AI-native certification builder designed to solve a growing challenge in enterprise AI adoption.</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FF20-4F59-17F5-A4C1-216CA3F1A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B9C4C-51F0-75ED-BF87-DED7146EA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3C6FB-AEDE-7B02-F51E-62D14EDFA53D}"/>
              </a:ext>
            </a:extLst>
          </p:cNvPr>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endParaRPr lang="en-US" b="0" dirty="0">
              <a:effectLst/>
            </a:endParaRPr>
          </a:p>
          <a:p>
            <a:pPr rtl="0"/>
            <a:r>
              <a:rPr lang="en-US" sz="1200" b="0" i="0" u="none" strike="noStrike" kern="1200" dirty="0">
                <a:solidFill>
                  <a:schemeClr val="tx1"/>
                </a:solidFill>
                <a:effectLst/>
                <a:latin typeface="+mn-lt"/>
                <a:ea typeface="+mn-ea"/>
                <a:cs typeface="+mn-cs"/>
              </a:rPr>
              <a:t>Organizations today are rapidly adopting AI tools such as Microsoft Copilot, Claude, and </a:t>
            </a:r>
            <a:r>
              <a:rPr lang="en-US" sz="1200" b="0" i="0" u="none" strike="noStrike" kern="1200" dirty="0" err="1">
                <a:solidFill>
                  <a:schemeClr val="tx1"/>
                </a:solidFill>
                <a:effectLst/>
                <a:latin typeface="+mn-lt"/>
                <a:ea typeface="+mn-ea"/>
                <a:cs typeface="+mn-cs"/>
              </a:rPr>
              <a:t>otherI</a:t>
            </a:r>
            <a:r>
              <a:rPr lang="en-US" sz="1200" b="0" i="0" u="none" strike="noStrike" kern="1200" dirty="0">
                <a:solidFill>
                  <a:schemeClr val="tx1"/>
                </a:solidFill>
                <a:effectLst/>
                <a:latin typeface="+mn-lt"/>
                <a:ea typeface="+mn-ea"/>
                <a:cs typeface="+mn-cs"/>
              </a:rPr>
              <a:t> platforms. But adoption is not the same as proficiency.</a:t>
            </a:r>
            <a:endParaRPr lang="en-US" b="0" dirty="0">
              <a:effectLst/>
            </a:endParaRP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p>
          <a:p>
            <a:r>
              <a:rPr lang="en-US" sz="1200" b="0" i="0" u="none" strike="noStrike" kern="1200" dirty="0">
                <a:solidFill>
                  <a:schemeClr val="tx1"/>
                </a:solidFill>
                <a:effectLst/>
                <a:latin typeface="+mn-lt"/>
                <a:ea typeface="+mn-ea"/>
                <a:cs typeface="+mn-cs"/>
              </a:rPr>
              <a:t>According to McKinsey &amp; Company, while over half of organizations are adopting AI, only about a quarter have actually scaled it to deliver meaningful business impact. A big part of that gap comes down to how people are using these tools.</a:t>
            </a:r>
            <a:endParaRPr lang="en-US" dirty="0"/>
          </a:p>
        </p:txBody>
      </p:sp>
      <p:sp>
        <p:nvSpPr>
          <p:cNvPr id="4" name="Slide Number Placeholder 3">
            <a:extLst>
              <a:ext uri="{FF2B5EF4-FFF2-40B4-BE49-F238E27FC236}">
                <a16:creationId xmlns:a16="http://schemas.microsoft.com/office/drawing/2014/main" id="{8FE0E31E-A151-8AB5-779C-2C389397D9A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57051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F8A0-87CF-6AF1-C75C-BA93E8455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C5B6D-05FD-F600-2998-0BB10F478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DCB50-6120-CD10-C7DD-9FDD0E0A1455}"/>
              </a:ext>
            </a:extLst>
          </p:cNvPr>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As a Senior AI Enablement Manager, I see two core challenges.</a:t>
            </a: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endParaRPr lang="en-US" b="0" dirty="0">
              <a:effectLst/>
            </a:endParaRPr>
          </a:p>
          <a:p>
            <a:pPr rtl="0"/>
            <a:r>
              <a:rPr lang="en-US" sz="1200" b="0" i="0" u="none" strike="noStrike" kern="1200" dirty="0">
                <a:solidFill>
                  <a:schemeClr val="tx1"/>
                </a:solidFill>
                <a:effectLst/>
                <a:latin typeface="+mn-lt"/>
                <a:ea typeface="+mn-ea"/>
                <a:cs typeface="+mn-cs"/>
              </a:rPr>
              <a:t>First, the learning ecosystem for ai tools are fragmented.</a:t>
            </a:r>
          </a:p>
          <a:p>
            <a:pPr rtl="0"/>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CLICK CLICK CLICK</a:t>
            </a:r>
          </a:p>
          <a:p>
            <a:pPr rtl="0"/>
            <a:r>
              <a:rPr lang="en-US" sz="1200" b="0" i="0" u="none" strike="noStrike" kern="1200" dirty="0">
                <a:solidFill>
                  <a:schemeClr val="tx1"/>
                </a:solidFill>
                <a:effectLst/>
                <a:latin typeface="+mn-lt"/>
                <a:ea typeface="+mn-ea"/>
                <a:cs typeface="+mn-cs"/>
              </a:rPr>
              <a:t>Content exists across documentation sites, videos, and training paths. </a:t>
            </a: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Second available learning platforms test knowledge of tools in isolation.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CLICK</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They don’t take into account an organization's AI policy , Approved use cases and restriction</a:t>
            </a:r>
          </a:p>
          <a:p>
            <a:pPr rtl="0" fontAlgn="base"/>
            <a:r>
              <a:rPr lang="en-US" sz="1200" b="0" i="0" u="none" strike="noStrike" kern="1200" dirty="0">
                <a:solidFill>
                  <a:schemeClr val="tx1"/>
                </a:solidFill>
                <a:effectLst/>
                <a:latin typeface="+mn-lt"/>
                <a:ea typeface="+mn-ea"/>
                <a:cs typeface="+mn-cs"/>
              </a:rPr>
              <a:t>or Security and governance constraints.</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If only there was system that enablement leads could use generate certification programs that are tailored to how AI tools should be used within our organization</a:t>
            </a:r>
          </a:p>
          <a:p>
            <a:pPr rtl="0"/>
            <a:r>
              <a:rPr lang="en-US" sz="1200" b="0" i="0" u="none" strike="noStrike" kern="1200" dirty="0">
                <a:solidFill>
                  <a:schemeClr val="tx1"/>
                </a:solidFill>
                <a:effectLst/>
                <a:latin typeface="+mn-lt"/>
                <a:ea typeface="+mn-ea"/>
                <a:cs typeface="+mn-cs"/>
              </a:rPr>
              <a:t>builds on the previous.</a:t>
            </a:r>
            <a:endParaRPr lang="en-US" b="0" dirty="0">
              <a:effectLst/>
            </a:endParaRPr>
          </a:p>
          <a:p>
            <a:endParaRPr lang="en-US" b="0" dirty="0">
              <a:effectLst/>
            </a:endParaRPr>
          </a:p>
          <a:p>
            <a:endParaRPr lang="en-US" b="0" dirty="0">
              <a:effectLst/>
            </a:endParaRPr>
          </a:p>
          <a:p>
            <a:r>
              <a:rPr lang="en-US" b="0" dirty="0">
                <a:effectLst/>
              </a:rPr>
              <a:t>SITE</a:t>
            </a:r>
          </a:p>
          <a:p>
            <a:endParaRPr lang="en-US"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Behold, </a:t>
            </a:r>
            <a:r>
              <a:rPr lang="en-US" dirty="0"/>
              <a:t>Cert Ops Studio, an AI-powered platform that builds certification programs and delivers adaptive exams. You provide the content and the system generates a complete, structured program ready for learner assessment, analytics, and deployment.</a:t>
            </a:r>
          </a:p>
          <a:p>
            <a:endParaRPr lang="en-US" b="0" dirty="0">
              <a:effectLst/>
            </a:endParaRPr>
          </a:p>
          <a:p>
            <a:r>
              <a:rPr lang="en-US" sz="1200" b="0" i="0" u="none" strike="noStrike" kern="1200" dirty="0">
                <a:solidFill>
                  <a:schemeClr val="tx1"/>
                </a:solidFill>
                <a:effectLst/>
                <a:latin typeface="+mn-lt"/>
                <a:ea typeface="+mn-ea"/>
                <a:cs typeface="+mn-cs"/>
              </a:rPr>
              <a:t>the studio has five main workflows: </a:t>
            </a:r>
            <a:r>
              <a:rPr lang="en-US" sz="1200" b="1" i="0" u="none" strike="noStrike" kern="1200" dirty="0">
                <a:solidFill>
                  <a:schemeClr val="tx1"/>
                </a:solidFill>
                <a:effectLst/>
                <a:latin typeface="+mn-lt"/>
                <a:ea typeface="+mn-ea"/>
                <a:cs typeface="+mn-cs"/>
              </a:rPr>
              <a:t>The first is is build.</a:t>
            </a:r>
          </a:p>
          <a:p>
            <a:pPr rtl="0"/>
            <a:r>
              <a:rPr lang="en-US" sz="1200" b="0" i="0" u="none" strike="noStrike" kern="1200" dirty="0">
                <a:solidFill>
                  <a:schemeClr val="tx1"/>
                </a:solidFill>
                <a:effectLst/>
                <a:latin typeface="+mn-lt"/>
                <a:ea typeface="+mn-ea"/>
                <a:cs typeface="+mn-cs"/>
              </a:rPr>
              <a:t>Here you add a program name and a short description of the audience and what it should cover. alongside </a:t>
            </a:r>
            <a:r>
              <a:rPr lang="en-US" sz="1200" b="1" i="0" u="none" strike="noStrike" kern="1200" dirty="0">
                <a:solidFill>
                  <a:schemeClr val="tx1"/>
                </a:solidFill>
                <a:effectLst/>
                <a:latin typeface="+mn-lt"/>
                <a:ea typeface="+mn-ea"/>
                <a:cs typeface="+mn-cs"/>
              </a:rPr>
              <a:t>uploaded  internal and external content.</a:t>
            </a:r>
            <a:r>
              <a:rPr lang="en-US" sz="1200" b="0" i="0" u="none" strike="noStrike" kern="1200" dirty="0">
                <a:solidFill>
                  <a:schemeClr val="tx1"/>
                </a:solidFill>
                <a:effectLst/>
                <a:latin typeface="+mn-lt"/>
                <a:ea typeface="+mn-ea"/>
                <a:cs typeface="+mn-cs"/>
              </a:rPr>
              <a:t>  Using that information </a:t>
            </a:r>
            <a:r>
              <a:rPr lang="en-US" sz="1200" b="0" i="0" u="none" strike="noStrike" kern="1200" dirty="0" err="1">
                <a:solidFill>
                  <a:schemeClr val="tx1"/>
                </a:solidFill>
                <a:effectLst/>
                <a:latin typeface="+mn-lt"/>
                <a:ea typeface="+mn-ea"/>
                <a:cs typeface="+mn-cs"/>
              </a:rPr>
              <a:t>CertOps</a:t>
            </a:r>
            <a:r>
              <a:rPr lang="en-US" sz="1200" b="0" i="0" u="none" strike="noStrike" kern="1200" dirty="0">
                <a:solidFill>
                  <a:schemeClr val="tx1"/>
                </a:solidFill>
                <a:effectLst/>
                <a:latin typeface="+mn-lt"/>
                <a:ea typeface="+mn-ea"/>
                <a:cs typeface="+mn-cs"/>
              </a:rPr>
              <a:t> generates six artifacts</a:t>
            </a:r>
            <a:endParaRPr lang="en-US" b="0" dirty="0">
              <a:effectLst/>
            </a:endParaRPr>
          </a:p>
          <a:p>
            <a:pPr rtl="0"/>
            <a:endParaRPr lang="en-US" sz="1200" b="1"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The first is the blueprint or over all 5the artifacts generated. </a:t>
            </a:r>
          </a:p>
          <a:p>
            <a:pPr rtl="0"/>
            <a:endParaRPr lang="en-US" sz="1200" b="1"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the first is the Competency Framework which </a:t>
            </a:r>
            <a:r>
              <a:rPr lang="en-US" sz="1200" b="0" i="0" u="none" strike="noStrike" kern="1200" dirty="0">
                <a:solidFill>
                  <a:schemeClr val="tx1"/>
                </a:solidFill>
                <a:effectLst/>
                <a:latin typeface="+mn-lt"/>
                <a:ea typeface="+mn-ea"/>
                <a:cs typeface="+mn-cs"/>
              </a:rPr>
              <a:t>defines the domains  the certification covers, the specific skills within each domain, and what novice, competent, and expert performance looks like for each skill.</a:t>
            </a:r>
            <a:endParaRPr lang="en-US" b="0" dirty="0">
              <a:effectLst/>
            </a:endParaRPr>
          </a:p>
          <a:p>
            <a:br>
              <a:rPr lang="en-US" b="0" dirty="0">
                <a:effectLst/>
              </a:rPr>
            </a:br>
            <a:r>
              <a:rPr lang="en-US" b="0" dirty="0">
                <a:effectLst/>
              </a:rPr>
              <a:t>The second </a:t>
            </a:r>
            <a:r>
              <a:rPr lang="en-US" sz="1200" b="1" i="0" u="none" strike="noStrike" kern="1200" dirty="0">
                <a:solidFill>
                  <a:schemeClr val="tx1"/>
                </a:solidFill>
                <a:effectLst/>
                <a:latin typeface="+mn-lt"/>
                <a:ea typeface="+mn-ea"/>
                <a:cs typeface="+mn-cs"/>
              </a:rPr>
              <a:t>Learning Progression </a:t>
            </a:r>
            <a:r>
              <a:rPr lang="en-US" sz="1200" b="0" i="0" u="none" strike="noStrike" kern="1200" dirty="0">
                <a:solidFill>
                  <a:schemeClr val="tx1"/>
                </a:solidFill>
                <a:effectLst/>
                <a:latin typeface="+mn-lt"/>
                <a:ea typeface="+mn-ea"/>
                <a:cs typeface="+mn-cs"/>
              </a:rPr>
              <a:t>which maps out how a learner should prepare for the certification. It covers, suggested activities, estimated time, prerequisites, and success criteria.</a:t>
            </a:r>
            <a:endParaRPr lang="en-US" b="0" dirty="0">
              <a:effectLst/>
            </a:endParaRPr>
          </a:p>
          <a:p>
            <a:endParaRPr lang="en-US" b="0" dirty="0">
              <a:effectLst/>
            </a:endParaRPr>
          </a:p>
          <a:p>
            <a:pPr rtl="0"/>
            <a:r>
              <a:rPr lang="en-US" sz="1200" b="1" i="0" u="none" strike="noStrike" kern="1200" dirty="0">
                <a:solidFill>
                  <a:schemeClr val="tx1"/>
                </a:solidFill>
                <a:effectLst/>
                <a:latin typeface="+mn-lt"/>
                <a:ea typeface="+mn-ea"/>
                <a:cs typeface="+mn-cs"/>
              </a:rPr>
              <a:t>the third are artifact Performance Tasks </a:t>
            </a:r>
            <a:r>
              <a:rPr lang="en-US" sz="1200" b="0" i="0" u="none" strike="noStrike" kern="1200" dirty="0">
                <a:solidFill>
                  <a:schemeClr val="tx1"/>
                </a:solidFill>
                <a:effectLst/>
                <a:latin typeface="+mn-lt"/>
                <a:ea typeface="+mn-ea"/>
                <a:cs typeface="+mn-cs"/>
              </a:rPr>
              <a:t>Hands-on, projects that test whether a learner can apply their knowledge in realistic scenarios. Each of which </a:t>
            </a:r>
            <a:r>
              <a:rPr lang="en-US" b="0" dirty="0">
                <a:effectLst/>
              </a:rPr>
              <a:t>are accompanied by s</a:t>
            </a:r>
            <a:r>
              <a:rPr lang="en-US" sz="1200" b="0" i="0" u="none" strike="noStrike" kern="1200" dirty="0">
                <a:solidFill>
                  <a:schemeClr val="tx1"/>
                </a:solidFill>
                <a:effectLst/>
                <a:latin typeface="+mn-lt"/>
                <a:ea typeface="+mn-ea"/>
                <a:cs typeface="+mn-cs"/>
              </a:rPr>
              <a:t>coring guides. </a:t>
            </a:r>
          </a:p>
          <a:p>
            <a:endParaRPr lang="en-US" sz="1200" b="1"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Next are a </a:t>
            </a:r>
            <a:r>
              <a:rPr lang="en-US" sz="1200" b="0" i="0" u="none" strike="noStrike" kern="1200" dirty="0">
                <a:solidFill>
                  <a:schemeClr val="tx1"/>
                </a:solidFill>
                <a:effectLst/>
                <a:latin typeface="+mn-lt"/>
                <a:ea typeface="+mn-ea"/>
                <a:cs typeface="+mn-cs"/>
              </a:rPr>
              <a:t> pool of exam questions that our  automated exam will draw from. It contains both multiple-choice and open-ended questions. Each item includes the correct answer,  scoring notes, and which domain/skill it maps to. </a:t>
            </a:r>
          </a:p>
          <a:p>
            <a:pPr rtl="0"/>
            <a:r>
              <a:rPr lang="en-US" sz="1200" b="0" i="0" u="none" strike="noStrike" kern="1200" dirty="0">
                <a:solidFill>
                  <a:schemeClr val="tx1"/>
                </a:solidFill>
                <a:effectLst/>
                <a:latin typeface="+mn-lt"/>
                <a:ea typeface="+mn-ea"/>
                <a:cs typeface="+mn-cs"/>
              </a:rPr>
              <a:t>All the </a:t>
            </a:r>
            <a:r>
              <a:rPr lang="en-US" sz="1200" b="0" i="0" u="none" strike="noStrike" kern="1200" dirty="0" err="1">
                <a:solidFill>
                  <a:schemeClr val="tx1"/>
                </a:solidFill>
                <a:effectLst/>
                <a:latin typeface="+mn-lt"/>
                <a:ea typeface="+mn-ea"/>
                <a:cs typeface="+mn-cs"/>
              </a:rPr>
              <a:t>atifact</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oare</a:t>
            </a:r>
            <a:r>
              <a:rPr lang="en-US" sz="1200" b="0" i="0" u="none" strike="noStrike" kern="1200" dirty="0">
                <a:solidFill>
                  <a:schemeClr val="tx1"/>
                </a:solidFill>
                <a:effectLst/>
                <a:latin typeface="+mn-lt"/>
                <a:ea typeface="+mn-ea"/>
                <a:cs typeface="+mn-cs"/>
              </a:rPr>
              <a:t> summarized in the blueprint</a:t>
            </a: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After making any edits well save our program and move on to configuring our exam agent Once edited and approved</a:t>
            </a:r>
            <a:br>
              <a:rPr lang="en-US" b="0" dirty="0">
                <a:effectLst/>
              </a:rPr>
            </a:br>
            <a:endParaRPr lang="en-US" b="0" dirty="0">
              <a:effectLst/>
            </a:endParaRPr>
          </a:p>
          <a:p>
            <a:pPr rtl="0"/>
            <a:endParaRPr lang="en-US" b="0" dirty="0">
              <a:effectLst/>
            </a:endParaRPr>
          </a:p>
          <a:p>
            <a:pPr rtl="0"/>
            <a:r>
              <a:rPr lang="en-US" sz="1200" b="1" i="0" u="none" strike="noStrike" kern="1200" dirty="0">
                <a:solidFill>
                  <a:schemeClr val="tx1"/>
                </a:solidFill>
                <a:effectLst/>
                <a:latin typeface="+mn-lt"/>
                <a:ea typeface="+mn-ea"/>
                <a:cs typeface="+mn-cs"/>
              </a:rPr>
              <a:t>Configure</a:t>
            </a:r>
          </a:p>
          <a:p>
            <a:r>
              <a:rPr lang="en-US" dirty="0"/>
              <a:t>We can customize how the exam agent behaves when learners take the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adjust  how the AI scores open-ended responses, it's summary style as well, as create custom welcome and farewell messages to mirror company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You can s</a:t>
            </a:r>
            <a:r>
              <a:rPr lang="en-US" dirty="0"/>
              <a:t>et the pass/fall rate thresholds, define what score counts as "expert," "competent," or "novice." </a:t>
            </a:r>
            <a:r>
              <a:rPr lang="en-US" b="1" dirty="0"/>
              <a:t>, and h</a:t>
            </a:r>
            <a:r>
              <a:rPr lang="en-US" dirty="0"/>
              <a:t>ow many questions the exam administers with minimums per domain</a:t>
            </a:r>
            <a:endParaRPr lang="en-US" sz="1200" b="1" i="0" u="none" strike="noStrike" kern="1200" dirty="0">
              <a:solidFill>
                <a:schemeClr val="tx1"/>
              </a:solidFill>
              <a:effectLst/>
              <a:latin typeface="+mn-lt"/>
              <a:ea typeface="+mn-ea"/>
              <a:cs typeface="+mn-cs"/>
            </a:endParaRPr>
          </a:p>
          <a:p>
            <a:pPr rtl="0"/>
            <a:endParaRPr lang="en-US" sz="1200" b="1"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Test</a:t>
            </a:r>
            <a:endParaRPr lang="en-US" b="1" dirty="0">
              <a:effectLst/>
            </a:endParaRPr>
          </a:p>
          <a:p>
            <a:pPr rtl="0"/>
            <a:r>
              <a:rPr lang="en-US" sz="1200" b="0" i="0" u="none" strike="noStrike" kern="1200" dirty="0">
                <a:solidFill>
                  <a:schemeClr val="tx1"/>
                </a:solidFill>
                <a:effectLst/>
                <a:latin typeface="+mn-lt"/>
                <a:ea typeface="+mn-ea"/>
                <a:cs typeface="+mn-cs"/>
              </a:rPr>
              <a:t>This is the learner-facing experience, the adaptive exam.</a:t>
            </a:r>
            <a:endParaRPr lang="en-US" b="0" dirty="0">
              <a:effectLst/>
            </a:endParaRPr>
          </a:p>
          <a:p>
            <a:pPr rtl="0" fontAlgn="base"/>
            <a:r>
              <a:rPr lang="en-US" sz="1200" b="0" i="0" u="none" strike="noStrike" kern="1200" dirty="0">
                <a:solidFill>
                  <a:schemeClr val="tx1"/>
                </a:solidFill>
                <a:effectLst/>
                <a:latin typeface="+mn-lt"/>
                <a:ea typeface="+mn-ea"/>
                <a:cs typeface="+mn-cs"/>
              </a:rPr>
              <a:t>The learner enters their name and selects a saved certification program.</a:t>
            </a:r>
          </a:p>
          <a:p>
            <a:pPr rtl="0" fontAlgn="base"/>
            <a:r>
              <a:rPr lang="en-US" sz="1200" b="0" i="0" u="none" strike="noStrike" kern="1200" dirty="0">
                <a:solidFill>
                  <a:schemeClr val="tx1"/>
                </a:solidFill>
                <a:effectLst/>
                <a:latin typeface="+mn-lt"/>
                <a:ea typeface="+mn-ea"/>
                <a:cs typeface="+mn-cs"/>
              </a:rPr>
              <a:t>The exam begins in a conversational chat interface. Questions appear one at a time.</a:t>
            </a:r>
          </a:p>
          <a:p>
            <a:pPr rtl="0" fontAlgn="base"/>
            <a:r>
              <a:rPr lang="en-US" sz="1200" b="0" i="0" u="none" strike="noStrike" kern="1200" dirty="0">
                <a:solidFill>
                  <a:schemeClr val="tx1"/>
                </a:solidFill>
                <a:effectLst/>
                <a:latin typeface="+mn-lt"/>
                <a:ea typeface="+mn-ea"/>
                <a:cs typeface="+mn-cs"/>
              </a:rPr>
              <a:t>The system evaluates each answer in real time and selects the next question based on the learner's performance so far.</a:t>
            </a:r>
          </a:p>
          <a:p>
            <a:pPr rtl="0" fontAlgn="base"/>
            <a:endParaRPr lang="en-US" sz="12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this means two learners taking the same certification will see different questions in different orders and at different difficulty levels.</a:t>
            </a:r>
          </a:p>
          <a:p>
            <a:pPr rtl="0" fontAlgn="base"/>
            <a:endParaRPr lang="en-US" sz="1200" b="0" i="0" u="none" strike="noStrike" kern="1200" dirty="0">
              <a:solidFill>
                <a:schemeClr val="tx1"/>
              </a:solidFill>
              <a:effectLst/>
              <a:latin typeface="+mn-lt"/>
              <a:ea typeface="+mn-ea"/>
              <a:cs typeface="+mn-cs"/>
            </a:endParaRP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When the exam ends, the learner sees their results: pass/fail, scores by domain, a narrative summary of strengths and gaps, and recommended next steps.</a:t>
            </a:r>
          </a:p>
          <a:p>
            <a:pPr rtl="0" fontAlgn="base"/>
            <a:endParaRPr lang="en-US" sz="1200" b="0"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Deploy</a:t>
            </a:r>
            <a:endParaRPr lang="en-US" b="1" dirty="0">
              <a:effectLst/>
            </a:endParaRPr>
          </a:p>
          <a:p>
            <a:pPr rtl="0" fontAlgn="base"/>
            <a:r>
              <a:rPr lang="en-US" sz="1200" b="1" i="0" u="none" strike="noStrike" kern="1200" dirty="0">
                <a:solidFill>
                  <a:schemeClr val="tx1"/>
                </a:solidFill>
                <a:effectLst/>
                <a:latin typeface="+mn-lt"/>
                <a:ea typeface="+mn-ea"/>
                <a:cs typeface="+mn-cs"/>
              </a:rPr>
              <a:t>when you're ready to share head to </a:t>
            </a:r>
            <a:r>
              <a:rPr lang="en-US" sz="1200" b="1" i="0" u="none" strike="noStrike" kern="1200" dirty="0" err="1">
                <a:solidFill>
                  <a:schemeClr val="tx1"/>
                </a:solidFill>
                <a:effectLst/>
                <a:latin typeface="+mn-lt"/>
                <a:ea typeface="+mn-ea"/>
                <a:cs typeface="+mn-cs"/>
              </a:rPr>
              <a:t>dploy</a:t>
            </a:r>
            <a:r>
              <a:rPr lang="en-US" sz="1200" b="1" i="0" u="none" strike="noStrike" kern="1200" dirty="0">
                <a:solidFill>
                  <a:schemeClr val="tx1"/>
                </a:solidFill>
                <a:effectLst/>
                <a:latin typeface="+mn-lt"/>
                <a:ea typeface="+mn-ea"/>
                <a:cs typeface="+mn-cs"/>
              </a:rPr>
              <a:t> section to Download </a:t>
            </a:r>
            <a:r>
              <a:rPr lang="en-US" sz="1200" b="0" i="0" u="none" strike="noStrike" kern="1200" dirty="0">
                <a:solidFill>
                  <a:schemeClr val="tx1"/>
                </a:solidFill>
                <a:effectLst/>
                <a:latin typeface="+mn-lt"/>
                <a:ea typeface="+mn-ea"/>
                <a:cs typeface="+mn-cs"/>
              </a:rPr>
              <a:t> all the generated content for stakeholders.</a:t>
            </a:r>
          </a:p>
          <a:p>
            <a:pPr rtl="0" fontAlgn="base"/>
            <a:r>
              <a:rPr lang="en-US" sz="1200" b="0" i="0" u="none" strike="noStrike" kern="1200" dirty="0">
                <a:solidFill>
                  <a:schemeClr val="tx1"/>
                </a:solidFill>
                <a:effectLst/>
                <a:latin typeface="+mn-lt"/>
                <a:ea typeface="+mn-ea"/>
                <a:cs typeface="+mn-cs"/>
              </a:rPr>
              <a:t>Share direct link to the exam lor embed it to an LMS of your choice.</a:t>
            </a:r>
          </a:p>
          <a:p>
            <a:pPr rtl="0" fontAlgn="base"/>
            <a:endParaRPr lang="en-US" sz="1200" b="1" i="0" u="none" strike="noStrike" kern="1200" dirty="0">
              <a:solidFill>
                <a:schemeClr val="tx1"/>
              </a:solidFill>
              <a:effectLst/>
              <a:latin typeface="+mn-lt"/>
              <a:ea typeface="+mn-ea"/>
              <a:cs typeface="+mn-cs"/>
            </a:endParaRPr>
          </a:p>
          <a:p>
            <a:pPr rtl="0" fontAlgn="base"/>
            <a:r>
              <a:rPr lang="en-US" sz="1200" b="1" i="0" u="none" strike="noStrike" kern="1200" dirty="0">
                <a:solidFill>
                  <a:schemeClr val="tx1"/>
                </a:solidFill>
                <a:effectLst/>
                <a:latin typeface="+mn-lt"/>
                <a:ea typeface="+mn-ea"/>
                <a:cs typeface="+mn-cs"/>
              </a:rPr>
              <a:t>You can</a:t>
            </a:r>
            <a:r>
              <a:rPr lang="en-US" sz="1200" b="0" i="0" u="none" strike="noStrike" kern="1200" dirty="0">
                <a:solidFill>
                  <a:schemeClr val="tx1"/>
                </a:solidFill>
                <a:effectLst/>
                <a:latin typeface="+mn-lt"/>
                <a:ea typeface="+mn-ea"/>
                <a:cs typeface="+mn-cs"/>
              </a:rPr>
              <a:t> upload additional material knowledge base for when your ready to rebuild </a:t>
            </a:r>
            <a:r>
              <a:rPr lang="en-US" sz="1200" b="0" i="0" u="none" strike="noStrike" kern="1200" dirty="0" err="1">
                <a:solidFill>
                  <a:schemeClr val="tx1"/>
                </a:solidFill>
                <a:effectLst/>
                <a:latin typeface="+mn-lt"/>
                <a:ea typeface="+mn-ea"/>
                <a:cs typeface="+mn-cs"/>
              </a:rPr>
              <a:t>neever</a:t>
            </a:r>
            <a:r>
              <a:rPr lang="en-US" sz="1200" b="0" i="0" u="none" strike="noStrike" kern="1200" dirty="0">
                <a:solidFill>
                  <a:schemeClr val="tx1"/>
                </a:solidFill>
                <a:effectLst/>
                <a:latin typeface="+mn-lt"/>
                <a:ea typeface="+mn-ea"/>
                <a:cs typeface="+mn-cs"/>
              </a:rPr>
              <a:t> or varied version</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Once distributed head over to analyze</a:t>
            </a:r>
          </a:p>
          <a:p>
            <a:pPr rtl="0"/>
            <a:r>
              <a:rPr lang="en-US" sz="1200" b="1" i="0" u="none" strike="noStrike" kern="1200" dirty="0">
                <a:solidFill>
                  <a:schemeClr val="tx1"/>
                </a:solidFill>
                <a:effectLst/>
                <a:latin typeface="+mn-lt"/>
                <a:ea typeface="+mn-ea"/>
                <a:cs typeface="+mn-cs"/>
              </a:rPr>
              <a:t>Analyze</a:t>
            </a:r>
            <a:endParaRPr lang="en-US" b="1" dirty="0">
              <a:effectLst/>
            </a:endParaRPr>
          </a:p>
          <a:p>
            <a:pPr rtl="0"/>
            <a:r>
              <a:rPr lang="en-US" sz="1200" b="0" i="0" u="none" strike="noStrike" kern="1200" dirty="0">
                <a:solidFill>
                  <a:schemeClr val="tx1"/>
                </a:solidFill>
                <a:effectLst/>
                <a:latin typeface="+mn-lt"/>
                <a:ea typeface="+mn-ea"/>
                <a:cs typeface="+mn-cs"/>
              </a:rPr>
              <a:t>to get a </a:t>
            </a:r>
            <a:r>
              <a:rPr lang="en-US" sz="1200" b="1" i="0" u="none" strike="noStrike" kern="1200" dirty="0">
                <a:solidFill>
                  <a:schemeClr val="tx1"/>
                </a:solidFill>
                <a:effectLst/>
                <a:latin typeface="+mn-lt"/>
                <a:ea typeface="+mn-ea"/>
                <a:cs typeface="+mn-cs"/>
              </a:rPr>
              <a:t>Summary view</a:t>
            </a:r>
            <a:r>
              <a:rPr lang="en-US" sz="1200" b="0" i="0" u="none" strike="noStrike" kern="1200" dirty="0">
                <a:solidFill>
                  <a:schemeClr val="tx1"/>
                </a:solidFill>
                <a:effectLst/>
                <a:latin typeface="+mn-lt"/>
                <a:ea typeface="+mn-ea"/>
                <a:cs typeface="+mn-cs"/>
              </a:rPr>
              <a:t> of learner attempts.</a:t>
            </a:r>
          </a:p>
          <a:p>
            <a:pPr rtl="0"/>
            <a:r>
              <a:rPr lang="en-US" sz="1200" b="0" i="0" u="none" strike="noStrike" kern="1200" dirty="0">
                <a:solidFill>
                  <a:schemeClr val="tx1"/>
                </a:solidFill>
                <a:effectLst/>
                <a:latin typeface="+mn-lt"/>
                <a:ea typeface="+mn-ea"/>
                <a:cs typeface="+mn-cs"/>
              </a:rPr>
              <a:t>we have Pass/fail distribution, score distribution</a:t>
            </a:r>
            <a:r>
              <a:rPr lang="en-US" sz="1200" b="0" i="0" u="none" strike="noStrike" kern="1200">
                <a:solidFill>
                  <a:schemeClr val="tx1"/>
                </a:solidFill>
                <a:effectLst/>
                <a:latin typeface="+mn-lt"/>
                <a:ea typeface="+mn-ea"/>
                <a:cs typeface="+mn-cs"/>
              </a:rPr>
              <a:t>, domain </a:t>
            </a:r>
            <a:r>
              <a:rPr lang="en-US" sz="1200" b="0" i="0" u="none" strike="noStrike" kern="1200" dirty="0">
                <a:solidFill>
                  <a:schemeClr val="tx1"/>
                </a:solidFill>
                <a:effectLst/>
                <a:latin typeface="+mn-lt"/>
                <a:ea typeface="+mn-ea"/>
                <a:cs typeface="+mn-cs"/>
              </a:rPr>
              <a:t>performance, and learner results </a:t>
            </a:r>
          </a:p>
          <a:p>
            <a:pPr rtl="0"/>
            <a:br>
              <a:rPr lang="en-US" dirty="0"/>
            </a:br>
            <a:endParaRPr lang="en-US" sz="1200" b="0" i="0" u="none" strike="noStrike" kern="1200" dirty="0">
              <a:solidFill>
                <a:schemeClr val="tx1"/>
              </a:solidFill>
              <a:effectLst/>
              <a:latin typeface="+mn-lt"/>
              <a:ea typeface="+mn-ea"/>
              <a:cs typeface="+mn-cs"/>
            </a:endParaRPr>
          </a:p>
          <a:p>
            <a:br>
              <a:rPr lang="en-US" dirty="0"/>
            </a:br>
            <a:endParaRPr lang="en-US" dirty="0"/>
          </a:p>
        </p:txBody>
      </p:sp>
      <p:sp>
        <p:nvSpPr>
          <p:cNvPr id="4" name="Slide Number Placeholder 3">
            <a:extLst>
              <a:ext uri="{FF2B5EF4-FFF2-40B4-BE49-F238E27FC236}">
                <a16:creationId xmlns:a16="http://schemas.microsoft.com/office/drawing/2014/main" id="{E73043D1-C622-F864-FAB2-ADEFCC4CFEB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72951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64CF-2B35-A79D-F585-E00CAF72E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AB982-D877-9170-9FCF-396412982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E72D0-A172-5557-9518-AF066C790638}"/>
              </a:ext>
            </a:extLst>
          </p:cNvPr>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Behold, </a:t>
            </a:r>
            <a:r>
              <a:rPr lang="en-US" dirty="0" err="1"/>
              <a:t>CertOps</a:t>
            </a:r>
            <a:r>
              <a:rPr lang="en-US" dirty="0"/>
              <a:t> is an AI-powered platform that builds certification programs and delivers adaptive exams. You provide the source content and the system generates a complete, structured program ready for learner assessment, analytics, and deployment.</a:t>
            </a:r>
          </a:p>
          <a:p>
            <a:pPr rtl="0"/>
            <a:br>
              <a:rPr lang="en-US" dirty="0"/>
            </a:br>
            <a:r>
              <a:rPr lang="en-US" sz="1200" b="0" i="0" u="none" strike="noStrike" kern="1200" dirty="0">
                <a:solidFill>
                  <a:schemeClr val="tx1"/>
                </a:solidFill>
                <a:effectLst/>
                <a:latin typeface="+mn-lt"/>
                <a:ea typeface="+mn-ea"/>
                <a:cs typeface="+mn-cs"/>
              </a:rPr>
              <a:t>builds on the previous.</a:t>
            </a:r>
            <a:endParaRPr lang="en-US" b="0" dirty="0">
              <a:effectLst/>
            </a:endParaRPr>
          </a:p>
          <a:p>
            <a:br>
              <a:rPr lang="en-US" b="0" dirty="0">
                <a:effectLst/>
              </a:rPr>
            </a:br>
            <a:endParaRPr lang="en-US" b="0" dirty="0">
              <a:effectLst/>
            </a:endParaRPr>
          </a:p>
          <a:p>
            <a:pPr rtl="0"/>
            <a:r>
              <a:rPr lang="en-US" sz="1200" b="1" i="0" u="none" strike="noStrike" kern="1200" dirty="0">
                <a:solidFill>
                  <a:schemeClr val="tx1"/>
                </a:solidFill>
                <a:effectLst/>
                <a:latin typeface="+mn-lt"/>
                <a:ea typeface="+mn-ea"/>
                <a:cs typeface="+mn-cs"/>
              </a:rPr>
              <a:t>The first is is build This is where a certification program is created.</a:t>
            </a:r>
            <a:endParaRPr lang="en-US" b="0" dirty="0">
              <a:effectLst/>
            </a:endParaRPr>
          </a:p>
          <a:p>
            <a:pPr rtl="0"/>
            <a:r>
              <a:rPr lang="en-US" sz="1200" b="1" i="0" u="none" strike="noStrike" kern="1200" dirty="0">
                <a:solidFill>
                  <a:schemeClr val="tx1"/>
                </a:solidFill>
                <a:effectLst/>
                <a:latin typeface="+mn-lt"/>
                <a:ea typeface="+mn-ea"/>
                <a:cs typeface="+mn-cs"/>
              </a:rPr>
              <a:t>Upload your external and internal content.</a:t>
            </a:r>
            <a:r>
              <a:rPr lang="en-US" sz="1200" b="0" i="0" u="none" strike="noStrike" kern="1200" dirty="0">
                <a:solidFill>
                  <a:schemeClr val="tx1"/>
                </a:solidFill>
                <a:effectLst/>
                <a:latin typeface="+mn-lt"/>
                <a:ea typeface="+mn-ea"/>
                <a:cs typeface="+mn-cs"/>
              </a:rPr>
              <a:t> Add a program name and a short description of who the certification is for and what it should cover. The description steers which parts of the uploaded content are prioritized during generation.</a:t>
            </a:r>
            <a:endParaRPr lang="en-US" b="0" dirty="0">
              <a:effectLst/>
            </a:endParaRPr>
          </a:p>
          <a:p>
            <a:pPr rtl="0"/>
            <a:r>
              <a:rPr lang="en-US" sz="1200" b="0" i="0" u="none" strike="noStrike" kern="1200" dirty="0">
                <a:solidFill>
                  <a:schemeClr val="tx1"/>
                </a:solidFill>
                <a:effectLst/>
                <a:latin typeface="+mn-lt"/>
                <a:ea typeface="+mn-ea"/>
                <a:cs typeface="+mn-cs"/>
              </a:rPr>
              <a:t>Using that </a:t>
            </a:r>
            <a:r>
              <a:rPr lang="en-US" sz="1200" b="0" i="0" u="none" strike="noStrike" kern="1200" dirty="0" err="1">
                <a:solidFill>
                  <a:schemeClr val="tx1"/>
                </a:solidFill>
                <a:effectLst/>
                <a:latin typeface="+mn-lt"/>
                <a:ea typeface="+mn-ea"/>
                <a:cs typeface="+mn-cs"/>
              </a:rPr>
              <a:t>informationCertOps</a:t>
            </a:r>
            <a:r>
              <a:rPr lang="en-US" sz="1200" b="0" i="0" u="none" strike="noStrike" kern="1200" dirty="0">
                <a:solidFill>
                  <a:schemeClr val="tx1"/>
                </a:solidFill>
                <a:effectLst/>
                <a:latin typeface="+mn-lt"/>
                <a:ea typeface="+mn-ea"/>
                <a:cs typeface="+mn-cs"/>
              </a:rPr>
              <a:t> generates six artifacts in order. </a:t>
            </a:r>
            <a:endParaRPr lang="en-US" b="0" dirty="0">
              <a:effectLst/>
            </a:endParaRPr>
          </a:p>
          <a:p>
            <a:pPr rtl="0"/>
            <a:r>
              <a:rPr lang="en-US" sz="1200" b="1" i="0" u="none" strike="noStrike" kern="1200" dirty="0">
                <a:solidFill>
                  <a:schemeClr val="tx1"/>
                </a:solidFill>
                <a:effectLst/>
                <a:latin typeface="+mn-lt"/>
                <a:ea typeface="+mn-ea"/>
                <a:cs typeface="+mn-cs"/>
              </a:rPr>
              <a:t>1. Competency Framework</a:t>
            </a:r>
            <a:endParaRPr lang="en-US" b="1" dirty="0">
              <a:effectLst/>
            </a:endParaRPr>
          </a:p>
          <a:p>
            <a:pPr rtl="0"/>
            <a:r>
              <a:rPr lang="en-US" sz="1200" b="0" i="0" u="none" strike="noStrike" kern="1200" dirty="0">
                <a:solidFill>
                  <a:schemeClr val="tx1"/>
                </a:solidFill>
                <a:effectLst/>
                <a:latin typeface="+mn-lt"/>
                <a:ea typeface="+mn-ea"/>
                <a:cs typeface="+mn-cs"/>
              </a:rPr>
              <a:t>defines the domains (topic areas) the certification covers, the specific skills within each domain, and what novice, competent, and expert performance looks like for each skill.</a:t>
            </a:r>
            <a:endParaRPr lang="en-US" b="0" dirty="0">
              <a:effectLst/>
            </a:endParaRPr>
          </a:p>
          <a:p>
            <a:br>
              <a:rPr lang="en-US" b="0" dirty="0">
                <a:effectLst/>
              </a:rPr>
            </a:br>
            <a:endParaRPr lang="en-US" b="0" dirty="0">
              <a:effectLst/>
            </a:endParaRPr>
          </a:p>
          <a:p>
            <a:pPr rtl="0"/>
            <a:r>
              <a:rPr lang="en-US" sz="1200" b="1" i="0" u="none" strike="noStrike" kern="1200" dirty="0">
                <a:solidFill>
                  <a:schemeClr val="tx1"/>
                </a:solidFill>
                <a:effectLst/>
                <a:latin typeface="+mn-lt"/>
                <a:ea typeface="+mn-ea"/>
                <a:cs typeface="+mn-cs"/>
              </a:rPr>
              <a:t>2. Learning Progression</a:t>
            </a:r>
            <a:endParaRPr lang="en-US" b="1" dirty="0">
              <a:effectLst/>
            </a:endParaRPr>
          </a:p>
          <a:p>
            <a:pPr rtl="0"/>
            <a:r>
              <a:rPr lang="en-US" sz="1200" b="0" i="0" u="none" strike="noStrike" kern="1200" dirty="0">
                <a:solidFill>
                  <a:schemeClr val="tx1"/>
                </a:solidFill>
                <a:effectLst/>
                <a:latin typeface="+mn-lt"/>
                <a:ea typeface="+mn-ea"/>
                <a:cs typeface="+mn-cs"/>
              </a:rPr>
              <a:t>that maps out how a learner should prepare for the certification. Each step includes a title, which domain it covers, suggested activities, estimated time, prerequisites, and success criteria.</a:t>
            </a:r>
            <a:endParaRPr lang="en-US" b="0" dirty="0">
              <a:effectLst/>
            </a:endParaRPr>
          </a:p>
          <a:p>
            <a:br>
              <a:rPr lang="en-US" b="0" dirty="0">
                <a:effectLst/>
              </a:rPr>
            </a:br>
            <a:endParaRPr lang="en-US" b="0" dirty="0">
              <a:effectLst/>
            </a:endParaRPr>
          </a:p>
          <a:p>
            <a:pPr rtl="0"/>
            <a:r>
              <a:rPr lang="en-US" sz="1200" b="1" i="0" u="none" strike="noStrike" kern="1200" dirty="0">
                <a:solidFill>
                  <a:schemeClr val="tx1"/>
                </a:solidFill>
                <a:effectLst/>
                <a:latin typeface="+mn-lt"/>
                <a:ea typeface="+mn-ea"/>
                <a:cs typeface="+mn-cs"/>
              </a:rPr>
              <a:t>3. Performance Tasks</a:t>
            </a:r>
            <a:endParaRPr lang="en-US" b="1" dirty="0">
              <a:effectLst/>
            </a:endParaRPr>
          </a:p>
          <a:p>
            <a:pPr rtl="0"/>
            <a:r>
              <a:rPr lang="en-US" sz="1200" b="0" i="0" u="none" strike="noStrike" kern="1200" dirty="0">
                <a:solidFill>
                  <a:schemeClr val="tx1"/>
                </a:solidFill>
                <a:effectLst/>
                <a:latin typeface="+mn-lt"/>
                <a:ea typeface="+mn-ea"/>
                <a:cs typeface="+mn-cs"/>
              </a:rPr>
              <a:t>Hands-on, project-style tasks that test whether a learner can apply their knowledge in realistic scenarios. Each assessment includes a scenario description, step-by-step instructions, expected deliverables, and an evaluator guide.</a:t>
            </a:r>
            <a:endParaRPr lang="en-US" b="0" dirty="0">
              <a:effectLst/>
            </a:endParaRPr>
          </a:p>
          <a:p>
            <a:br>
              <a:rPr lang="en-US" b="0" dirty="0">
                <a:effectLst/>
              </a:rPr>
            </a:br>
            <a:endParaRPr lang="en-US" b="0" dirty="0">
              <a:effectLst/>
            </a:endParaRPr>
          </a:p>
          <a:p>
            <a:pPr rtl="0"/>
            <a:r>
              <a:rPr lang="en-US" sz="1200" b="1" i="0" u="none" strike="noStrike" kern="1200" dirty="0">
                <a:solidFill>
                  <a:schemeClr val="tx1"/>
                </a:solidFill>
                <a:effectLst/>
                <a:latin typeface="+mn-lt"/>
                <a:ea typeface="+mn-ea"/>
                <a:cs typeface="+mn-cs"/>
              </a:rPr>
              <a:t>4. Rubrics</a:t>
            </a:r>
            <a:endParaRPr lang="en-US" b="1" dirty="0">
              <a:effectLst/>
            </a:endParaRPr>
          </a:p>
          <a:p>
            <a:pPr rtl="0"/>
            <a:r>
              <a:rPr lang="en-US" sz="1200" b="1" i="0" u="none" strike="noStrike" kern="1200" dirty="0">
                <a:solidFill>
                  <a:schemeClr val="tx1"/>
                </a:solidFill>
                <a:effectLst/>
                <a:latin typeface="+mn-lt"/>
                <a:ea typeface="+mn-ea"/>
                <a:cs typeface="+mn-cs"/>
              </a:rPr>
              <a:t>What it is:</a:t>
            </a:r>
            <a:r>
              <a:rPr lang="en-US" sz="1200" b="0" i="0" u="none" strike="noStrike" kern="1200" dirty="0">
                <a:solidFill>
                  <a:schemeClr val="tx1"/>
                </a:solidFill>
                <a:effectLst/>
                <a:latin typeface="+mn-lt"/>
                <a:ea typeface="+mn-ea"/>
                <a:cs typeface="+mn-cs"/>
              </a:rPr>
              <a:t> Scoring guides for the </a:t>
            </a:r>
            <a:r>
              <a:rPr lang="en-US" sz="1200" b="0" i="0" u="none" strike="noStrike" kern="1200" dirty="0" err="1">
                <a:solidFill>
                  <a:schemeClr val="tx1"/>
                </a:solidFill>
                <a:effectLst/>
                <a:latin typeface="+mn-lt"/>
                <a:ea typeface="+mn-ea"/>
                <a:cs typeface="+mn-cs"/>
              </a:rPr>
              <a:t>taks</a:t>
            </a:r>
            <a:r>
              <a:rPr lang="en-US" sz="1200" b="0" i="0" u="none" strike="noStrike" kern="1200" dirty="0">
                <a:solidFill>
                  <a:schemeClr val="tx1"/>
                </a:solidFill>
                <a:effectLst/>
                <a:latin typeface="+mn-lt"/>
                <a:ea typeface="+mn-ea"/>
                <a:cs typeface="+mn-cs"/>
              </a:rPr>
              <a:t>. Each rubric lists weighted criteria and describes what novice, competent, and expert work looks like for each criterion.</a:t>
            </a:r>
            <a:endParaRPr lang="en-US" b="0" dirty="0">
              <a:effectLst/>
            </a:endParaRPr>
          </a:p>
          <a:p>
            <a:pPr rtl="0"/>
            <a:r>
              <a:rPr lang="en-US" sz="1200" b="1" i="0" u="none" strike="noStrike" kern="1200" dirty="0">
                <a:solidFill>
                  <a:schemeClr val="tx1"/>
                </a:solidFill>
                <a:effectLst/>
                <a:latin typeface="+mn-lt"/>
                <a:ea typeface="+mn-ea"/>
                <a:cs typeface="+mn-cs"/>
              </a:rPr>
              <a:t>Why it matters:</a:t>
            </a:r>
            <a:r>
              <a:rPr lang="en-US" sz="1200" b="0" i="0" u="none" strike="noStrike" kern="1200" dirty="0">
                <a:solidFill>
                  <a:schemeClr val="tx1"/>
                </a:solidFill>
                <a:effectLst/>
                <a:latin typeface="+mn-lt"/>
                <a:ea typeface="+mn-ea"/>
                <a:cs typeface="+mn-cs"/>
              </a:rPr>
              <a:t> Rubrics ensure consistent, fair grading across evaluators. They are also used by the adaptive exam's AI when scoring open-ended answers, so the same quality standards apply in both human and automated evaluation.</a:t>
            </a:r>
            <a:endParaRPr lang="en-US" b="0" dirty="0">
              <a:effectLst/>
            </a:endParaRPr>
          </a:p>
          <a:p>
            <a:pPr rtl="0"/>
            <a:r>
              <a:rPr lang="en-US" sz="1200" b="1" i="0" u="none" strike="noStrike" kern="1200" dirty="0">
                <a:solidFill>
                  <a:schemeClr val="tx1"/>
                </a:solidFill>
                <a:effectLst/>
                <a:latin typeface="+mn-lt"/>
                <a:ea typeface="+mn-ea"/>
                <a:cs typeface="+mn-cs"/>
              </a:rPr>
              <a:t>5. Item Bank</a:t>
            </a:r>
            <a:endParaRPr lang="en-US" b="1" dirty="0">
              <a:effectLst/>
            </a:endParaRPr>
          </a:p>
          <a:p>
            <a:pPr rtl="0"/>
            <a:r>
              <a:rPr lang="en-US" sz="1200" b="1" i="0" u="none" strike="noStrike" kern="1200" dirty="0">
                <a:solidFill>
                  <a:schemeClr val="tx1"/>
                </a:solidFill>
                <a:effectLst/>
                <a:latin typeface="+mn-lt"/>
                <a:ea typeface="+mn-ea"/>
                <a:cs typeface="+mn-cs"/>
              </a:rPr>
              <a:t>What it is:</a:t>
            </a:r>
            <a:r>
              <a:rPr lang="en-US" sz="1200" b="0" i="0" u="none" strike="noStrike" kern="1200" dirty="0">
                <a:solidFill>
                  <a:schemeClr val="tx1"/>
                </a:solidFill>
                <a:effectLst/>
                <a:latin typeface="+mn-lt"/>
                <a:ea typeface="+mn-ea"/>
                <a:cs typeface="+mn-cs"/>
              </a:rPr>
              <a:t> The pool of exam questions that the automated exam draws from. Contains both multiple-choice and open-ended questions. Each item includes the correct answer, a model answer, scoring notes, and which domain/skill it maps to.</a:t>
            </a:r>
            <a:endParaRPr lang="en-US" b="0" dirty="0">
              <a:effectLst/>
            </a:endParaRPr>
          </a:p>
          <a:p>
            <a:pPr rtl="0"/>
            <a:r>
              <a:rPr lang="en-US" sz="1200" b="0" i="0" u="none" strike="noStrike" kern="1200" dirty="0">
                <a:solidFill>
                  <a:schemeClr val="tx1"/>
                </a:solidFill>
                <a:effectLst/>
                <a:latin typeface="+mn-lt"/>
                <a:ea typeface="+mn-ea"/>
                <a:cs typeface="+mn-cs"/>
              </a:rPr>
              <a:t>Individual items can be deleted to curate the pool before saving. If the item bank is larger than the configured maximum exam items, the exam uses stratified random sampling to select a subset — ensuring all domains are represented while varying which specific questions appear each session.</a:t>
            </a:r>
            <a:endParaRPr lang="en-US" b="0" dirty="0">
              <a:effectLst/>
            </a:endParaRPr>
          </a:p>
          <a:p>
            <a:br>
              <a:rPr lang="en-US" b="0" dirty="0">
                <a:effectLst/>
              </a:rPr>
            </a:br>
            <a:endParaRPr lang="en-US" b="0" dirty="0">
              <a:effectLst/>
            </a:endParaRPr>
          </a:p>
          <a:p>
            <a:pPr rtl="0"/>
            <a:r>
              <a:rPr lang="en-US" sz="1200" b="1" i="0" u="none" strike="noStrike" kern="1200" dirty="0">
                <a:solidFill>
                  <a:schemeClr val="tx1"/>
                </a:solidFill>
                <a:effectLst/>
                <a:latin typeface="+mn-lt"/>
                <a:ea typeface="+mn-ea"/>
                <a:cs typeface="+mn-cs"/>
              </a:rPr>
              <a:t>Test</a:t>
            </a:r>
            <a:endParaRPr lang="en-US" b="1" dirty="0">
              <a:effectLst/>
            </a:endParaRPr>
          </a:p>
          <a:p>
            <a:pPr rtl="0"/>
            <a:r>
              <a:rPr lang="en-US" sz="1200" b="0" i="0" u="none" strike="noStrike" kern="1200" dirty="0">
                <a:solidFill>
                  <a:schemeClr val="tx1"/>
                </a:solidFill>
                <a:effectLst/>
                <a:latin typeface="+mn-lt"/>
                <a:ea typeface="+mn-ea"/>
                <a:cs typeface="+mn-cs"/>
              </a:rPr>
              <a:t>This is the learner-facing experience — the adaptive exam.</a:t>
            </a:r>
            <a:endParaRPr lang="en-US" b="0" dirty="0">
              <a:effectLst/>
            </a:endParaRPr>
          </a:p>
          <a:p>
            <a:pPr rtl="0" fontAlgn="base"/>
            <a:r>
              <a:rPr lang="en-US" sz="1200" b="0" i="0" u="none" strike="noStrike" kern="1200" dirty="0">
                <a:solidFill>
                  <a:schemeClr val="tx1"/>
                </a:solidFill>
                <a:effectLst/>
                <a:latin typeface="+mn-lt"/>
                <a:ea typeface="+mn-ea"/>
                <a:cs typeface="+mn-cs"/>
              </a:rPr>
              <a:t>The learner selects a saved certification program and enters their name.</a:t>
            </a:r>
          </a:p>
          <a:p>
            <a:pPr rtl="0" fontAlgn="base"/>
            <a:r>
              <a:rPr lang="en-US" sz="1200" b="0" i="0" u="none" strike="noStrike" kern="1200" dirty="0">
                <a:solidFill>
                  <a:schemeClr val="tx1"/>
                </a:solidFill>
                <a:effectLst/>
                <a:latin typeface="+mn-lt"/>
                <a:ea typeface="+mn-ea"/>
                <a:cs typeface="+mn-cs"/>
              </a:rPr>
              <a:t>The exam begins in a conversational chat interface. Questions appear one at a time.</a:t>
            </a:r>
          </a:p>
          <a:p>
            <a:pPr rtl="0" fontAlgn="base"/>
            <a:r>
              <a:rPr lang="en-US" sz="1200" b="0" i="0" u="none" strike="noStrike" kern="1200" dirty="0">
                <a:solidFill>
                  <a:schemeClr val="tx1"/>
                </a:solidFill>
                <a:effectLst/>
                <a:latin typeface="+mn-lt"/>
                <a:ea typeface="+mn-ea"/>
                <a:cs typeface="+mn-cs"/>
              </a:rPr>
              <a:t>The system evaluates each answer in real time and selects the next question based on the learner's performance so far.</a:t>
            </a:r>
          </a:p>
          <a:p>
            <a:pPr rtl="0" fontAlgn="base"/>
            <a:r>
              <a:rPr lang="en-US" sz="1200" b="0" i="0" u="none" strike="noStrike" kern="1200" dirty="0">
                <a:solidFill>
                  <a:schemeClr val="tx1"/>
                </a:solidFill>
                <a:effectLst/>
                <a:latin typeface="+mn-lt"/>
                <a:ea typeface="+mn-ea"/>
                <a:cs typeface="+mn-cs"/>
              </a:rPr>
              <a:t>When the exam ends, the learner sees their results: pass/fail, scores by domain, a narrative summary of strengths and gaps, and recommended next steps.</a:t>
            </a:r>
          </a:p>
          <a:p>
            <a:pPr rtl="0"/>
            <a:r>
              <a:rPr lang="en-US" sz="1200" b="1" i="0" u="none" strike="noStrike" kern="1200" dirty="0">
                <a:solidFill>
                  <a:schemeClr val="tx1"/>
                </a:solidFill>
                <a:effectLst/>
                <a:latin typeface="+mn-lt"/>
                <a:ea typeface="+mn-ea"/>
                <a:cs typeface="+mn-cs"/>
              </a:rPr>
              <a:t>Deploy</a:t>
            </a:r>
            <a:endParaRPr lang="en-US" b="1" dirty="0">
              <a:effectLst/>
            </a:endParaRPr>
          </a:p>
          <a:p>
            <a:pPr rtl="0"/>
            <a:r>
              <a:rPr lang="en-US" sz="1200" b="0" i="0" u="none" strike="noStrike" kern="1200" dirty="0">
                <a:solidFill>
                  <a:schemeClr val="tx1"/>
                </a:solidFill>
                <a:effectLst/>
                <a:latin typeface="+mn-lt"/>
                <a:ea typeface="+mn-ea"/>
                <a:cs typeface="+mn-cs"/>
              </a:rPr>
              <a:t>Saved programs are managed from the Deploy page.</a:t>
            </a:r>
            <a:endParaRPr lang="en-US" b="0" dirty="0">
              <a:effectLst/>
            </a:endParaRPr>
          </a:p>
          <a:p>
            <a:pPr rtl="0" fontAlgn="base"/>
            <a:r>
              <a:rPr lang="en-US" sz="1200" b="1" i="0" u="none" strike="noStrike" kern="1200" dirty="0">
                <a:solidFill>
                  <a:schemeClr val="tx1"/>
                </a:solidFill>
                <a:effectLst/>
                <a:latin typeface="+mn-lt"/>
                <a:ea typeface="+mn-ea"/>
                <a:cs typeface="+mn-cs"/>
              </a:rPr>
              <a:t>Browse saved </a:t>
            </a:r>
            <a:r>
              <a:rPr lang="en-US" sz="1200" b="1" i="0" u="none" strike="noStrike" kern="1200" dirty="0" err="1">
                <a:solidFill>
                  <a:schemeClr val="tx1"/>
                </a:solidFill>
                <a:effectLst/>
                <a:latin typeface="+mn-lt"/>
                <a:ea typeface="+mn-ea"/>
                <a:cs typeface="+mn-cs"/>
              </a:rPr>
              <a:t>progra</a:t>
            </a:r>
            <a:endParaRPr lang="en-US" sz="1200" b="0" i="0" u="none" strike="noStrike" kern="1200" dirty="0">
              <a:solidFill>
                <a:schemeClr val="tx1"/>
              </a:solidFill>
              <a:effectLst/>
              <a:latin typeface="+mn-lt"/>
              <a:ea typeface="+mn-ea"/>
              <a:cs typeface="+mn-cs"/>
            </a:endParaRPr>
          </a:p>
          <a:p>
            <a:pPr rtl="0" fontAlgn="base"/>
            <a:r>
              <a:rPr lang="en-US" sz="1200" b="1" i="0" u="none" strike="noStrike" kern="1200" dirty="0">
                <a:solidFill>
                  <a:schemeClr val="tx1"/>
                </a:solidFill>
                <a:effectLst/>
                <a:latin typeface="+mn-lt"/>
                <a:ea typeface="+mn-ea"/>
                <a:cs typeface="+mn-cs"/>
              </a:rPr>
              <a:t>Download reports</a:t>
            </a:r>
            <a:r>
              <a:rPr lang="en-US" sz="1200" b="0" i="0" u="none" strike="noStrike" kern="1200" dirty="0">
                <a:solidFill>
                  <a:schemeClr val="tx1"/>
                </a:solidFill>
                <a:effectLst/>
                <a:latin typeface="+mn-lt"/>
                <a:ea typeface="+mn-ea"/>
                <a:cs typeface="+mn-cs"/>
              </a:rPr>
              <a:t> the house all the content </a:t>
            </a:r>
            <a:r>
              <a:rPr lang="en-US" sz="1200" b="0" i="0" u="none" strike="noStrike" kern="1200" dirty="0" err="1">
                <a:solidFill>
                  <a:schemeClr val="tx1"/>
                </a:solidFill>
                <a:effectLst/>
                <a:latin typeface="+mn-lt"/>
                <a:ea typeface="+mn-ea"/>
                <a:cs typeface="+mn-cs"/>
              </a:rPr>
              <a:t>createsredaytos</a:t>
            </a:r>
            <a:r>
              <a:rPr lang="en-US" sz="1200" b="0" i="0" u="none" strike="noStrike" kern="1200" dirty="0">
                <a:solidFill>
                  <a:schemeClr val="tx1"/>
                </a:solidFill>
                <a:effectLst/>
                <a:latin typeface="+mn-lt"/>
                <a:ea typeface="+mn-ea"/>
                <a:cs typeface="+mn-cs"/>
              </a:rPr>
              <a:t> hare with shared with stakeholders.</a:t>
            </a:r>
          </a:p>
          <a:p>
            <a:pPr rtl="0" fontAlgn="base"/>
            <a:r>
              <a:rPr lang="en-US" sz="1200" b="1" i="0" u="none" strike="noStrike" kern="1200" dirty="0">
                <a:solidFill>
                  <a:schemeClr val="tx1"/>
                </a:solidFill>
                <a:effectLst/>
                <a:latin typeface="+mn-lt"/>
                <a:ea typeface="+mn-ea"/>
                <a:cs typeface="+mn-cs"/>
              </a:rPr>
              <a:t>Share exams</a:t>
            </a:r>
            <a:r>
              <a:rPr lang="en-US" sz="1200" b="0" i="0" u="none" strike="noStrike" kern="1200" dirty="0">
                <a:solidFill>
                  <a:schemeClr val="tx1"/>
                </a:solidFill>
                <a:effectLst/>
                <a:latin typeface="+mn-lt"/>
                <a:ea typeface="+mn-ea"/>
                <a:cs typeface="+mn-cs"/>
              </a:rPr>
              <a:t> — Copy a direct link to the exam or grab an embeddable </a:t>
            </a:r>
            <a:r>
              <a:rPr lang="en-US" sz="1200" b="0" i="0" u="none" strike="noStrike" kern="1200" dirty="0" err="1">
                <a:solidFill>
                  <a:schemeClr val="tx1"/>
                </a:solidFill>
                <a:effectLst/>
                <a:latin typeface="+mn-lt"/>
                <a:ea typeface="+mn-ea"/>
                <a:cs typeface="+mn-cs"/>
              </a:rPr>
              <a:t>iframe</a:t>
            </a:r>
            <a:r>
              <a:rPr lang="en-US" sz="1200" b="0" i="0" u="none" strike="noStrike" kern="1200" dirty="0">
                <a:solidFill>
                  <a:schemeClr val="tx1"/>
                </a:solidFill>
                <a:effectLst/>
                <a:latin typeface="+mn-lt"/>
                <a:ea typeface="+mn-ea"/>
                <a:cs typeface="+mn-cs"/>
              </a:rPr>
              <a:t> snippet for LMS integration.</a:t>
            </a:r>
          </a:p>
          <a:p>
            <a:pPr rtl="0" fontAlgn="base"/>
            <a:r>
              <a:rPr lang="en-US" sz="1200" b="1" i="0" u="none" strike="noStrike" kern="1200" dirty="0">
                <a:solidFill>
                  <a:schemeClr val="tx1"/>
                </a:solidFill>
                <a:effectLst/>
                <a:latin typeface="+mn-lt"/>
                <a:ea typeface="+mn-ea"/>
                <a:cs typeface="+mn-cs"/>
              </a:rPr>
              <a:t>Add documents</a:t>
            </a:r>
            <a:r>
              <a:rPr lang="en-US" sz="1200" b="0" i="0" u="none" strike="noStrike" kern="1200" dirty="0">
                <a:solidFill>
                  <a:schemeClr val="tx1"/>
                </a:solidFill>
                <a:effectLst/>
                <a:latin typeface="+mn-lt"/>
                <a:ea typeface="+mn-ea"/>
                <a:cs typeface="+mn-cs"/>
              </a:rPr>
              <a:t> — Upload additional rich a program's knowledge base for when your ready to rebuild New documents are embedded into the existing vector store, so the program can be rebuilt with a richer corpus.</a:t>
            </a:r>
          </a:p>
          <a:p>
            <a:pPr rtl="0"/>
            <a:r>
              <a:rPr lang="en-US" sz="1200" b="1" i="0" u="none" strike="noStrike" kern="1200" dirty="0">
                <a:solidFill>
                  <a:schemeClr val="tx1"/>
                </a:solidFill>
                <a:effectLst/>
                <a:latin typeface="+mn-lt"/>
                <a:ea typeface="+mn-ea"/>
                <a:cs typeface="+mn-cs"/>
              </a:rPr>
              <a:t>Analyze</a:t>
            </a:r>
            <a:endParaRPr lang="en-US" b="1" dirty="0">
              <a:effectLst/>
            </a:endParaRPr>
          </a:p>
          <a:p>
            <a:pPr rtl="0"/>
            <a:r>
              <a:rPr lang="en-US" sz="1200" b="0" i="0" u="none" strike="noStrike" kern="1200" dirty="0">
                <a:solidFill>
                  <a:schemeClr val="tx1"/>
                </a:solidFill>
                <a:effectLst/>
                <a:latin typeface="+mn-lt"/>
                <a:ea typeface="+mn-ea"/>
                <a:cs typeface="+mn-cs"/>
              </a:rPr>
              <a:t>The Analyze page provides aggregate analytics across all learner attempts.</a:t>
            </a:r>
            <a:endParaRPr lang="en-US" b="0" dirty="0">
              <a:effectLst/>
            </a:endParaRPr>
          </a:p>
          <a:p>
            <a:pPr rtl="0" fontAlgn="base"/>
            <a:r>
              <a:rPr lang="en-US" sz="1200" b="1" i="0" u="none" strike="noStrike" kern="1200" dirty="0">
                <a:solidFill>
                  <a:schemeClr val="tx1"/>
                </a:solidFill>
                <a:effectLst/>
                <a:latin typeface="+mn-lt"/>
                <a:ea typeface="+mn-ea"/>
                <a:cs typeface="+mn-cs"/>
              </a:rPr>
              <a:t>Summary view</a:t>
            </a:r>
            <a:r>
              <a:rPr lang="en-US" sz="1200" b="0" i="0" u="none" strike="noStrike" kern="1200" dirty="0">
                <a:solidFill>
                  <a:schemeClr val="tx1"/>
                </a:solidFill>
                <a:effectLst/>
                <a:latin typeface="+mn-lt"/>
                <a:ea typeface="+mn-ea"/>
                <a:cs typeface="+mn-cs"/>
              </a:rPr>
              <a:t> — Cards for each program showing total attempts, pass rate, and average score.</a:t>
            </a:r>
          </a:p>
          <a:p>
            <a:pPr rtl="0" fontAlgn="base"/>
            <a:r>
              <a:rPr lang="en-US" sz="1200" b="1" i="0" u="none" strike="noStrike" kern="1200" dirty="0">
                <a:solidFill>
                  <a:schemeClr val="tx1"/>
                </a:solidFill>
                <a:effectLst/>
                <a:latin typeface="+mn-lt"/>
                <a:ea typeface="+mn-ea"/>
                <a:cs typeface="+mn-cs"/>
              </a:rPr>
              <a:t>Program drill-down</a:t>
            </a:r>
            <a:r>
              <a:rPr lang="en-US" sz="1200" b="0" i="0" u="none" strike="noStrike" kern="1200" dirty="0">
                <a:solidFill>
                  <a:schemeClr val="tx1"/>
                </a:solidFill>
                <a:effectLst/>
                <a:latin typeface="+mn-lt"/>
                <a:ea typeface="+mn-ea"/>
                <a:cs typeface="+mn-cs"/>
              </a:rPr>
              <a:t> — Click a program to see detailed analytics:</a:t>
            </a:r>
          </a:p>
          <a:p>
            <a:pPr lvl="1" rtl="0" fontAlgn="base"/>
            <a:r>
              <a:rPr lang="en-US" sz="1200" b="0" i="0" u="none" strike="noStrike" kern="1200" dirty="0">
                <a:solidFill>
                  <a:schemeClr val="tx1"/>
                </a:solidFill>
                <a:effectLst/>
                <a:latin typeface="+mn-lt"/>
                <a:ea typeface="+mn-ea"/>
                <a:cs typeface="+mn-cs"/>
              </a:rPr>
              <a:t>Pass/fail distribution (donut chart with pass rate percentage)</a:t>
            </a:r>
          </a:p>
          <a:p>
            <a:pPr lvl="1" rtl="0" fontAlgn="base"/>
            <a:r>
              <a:rPr lang="en-US" sz="1200" b="0" i="0" u="none" strike="noStrike" kern="1200" dirty="0">
                <a:solidFill>
                  <a:schemeClr val="tx1"/>
                </a:solidFill>
                <a:effectLst/>
                <a:latin typeface="+mn-lt"/>
                <a:ea typeface="+mn-ea"/>
                <a:cs typeface="+mn-cs"/>
              </a:rPr>
              <a:t>Score distribution (histogram of learner scores)</a:t>
            </a:r>
          </a:p>
          <a:p>
            <a:pPr lvl="1" rtl="0" fontAlgn="base"/>
            <a:r>
              <a:rPr lang="en-US" sz="1200" b="0" i="0" u="none" strike="noStrike" kern="1200" dirty="0">
                <a:solidFill>
                  <a:schemeClr val="tx1"/>
                </a:solidFill>
                <a:effectLst/>
                <a:latin typeface="+mn-lt"/>
                <a:ea typeface="+mn-ea"/>
                <a:cs typeface="+mn-cs"/>
              </a:rPr>
              <a:t>Domain performance (per-domain average scores)</a:t>
            </a:r>
          </a:p>
          <a:p>
            <a:pPr lvl="1" rtl="0" fontAlgn="base"/>
            <a:r>
              <a:rPr lang="en-US" sz="1200" b="0" i="0" u="none" strike="noStrike" kern="1200" dirty="0">
                <a:solidFill>
                  <a:schemeClr val="tx1"/>
                </a:solidFill>
                <a:effectLst/>
                <a:latin typeface="+mn-lt"/>
                <a:ea typeface="+mn-ea"/>
                <a:cs typeface="+mn-cs"/>
              </a:rPr>
              <a:t>Proficiency distribution (novice/competent/expert counts per domain)</a:t>
            </a:r>
          </a:p>
          <a:p>
            <a:pPr lvl="1" rtl="0" fontAlgn="base"/>
            <a:r>
              <a:rPr lang="en-US" sz="1200" b="0" i="0" u="none" strike="noStrike" kern="1200" dirty="0">
                <a:solidFill>
                  <a:schemeClr val="tx1"/>
                </a:solidFill>
                <a:effectLst/>
                <a:latin typeface="+mn-lt"/>
                <a:ea typeface="+mn-ea"/>
                <a:cs typeface="+mn-cs"/>
              </a:rPr>
              <a:t>Score trend over time</a:t>
            </a:r>
          </a:p>
          <a:p>
            <a:pPr lvl="1" rtl="0" fontAlgn="base"/>
            <a:r>
              <a:rPr lang="en-US" sz="1200" b="0" i="0" u="none" strike="noStrike" kern="1200" dirty="0">
                <a:solidFill>
                  <a:schemeClr val="tx1"/>
                </a:solidFill>
                <a:effectLst/>
                <a:latin typeface="+mn-lt"/>
                <a:ea typeface="+mn-ea"/>
                <a:cs typeface="+mn-cs"/>
              </a:rPr>
              <a:t>Learner results table (alphabetically sorted, with per-learner domain breakdown)</a:t>
            </a:r>
          </a:p>
          <a:p>
            <a:r>
              <a:rPr lang="en-US" sz="1200" b="1" i="0" u="none" strike="noStrike" kern="1200" dirty="0">
                <a:solidFill>
                  <a:schemeClr val="tx1"/>
                </a:solidFill>
                <a:effectLst/>
                <a:latin typeface="+mn-lt"/>
                <a:ea typeface="+mn-ea"/>
                <a:cs typeface="+mn-cs"/>
              </a:rPr>
              <a:t>All </a:t>
            </a:r>
            <a:r>
              <a:rPr lang="en-US" sz="1200" b="1" i="0" u="none" strike="noStrike" kern="1200" dirty="0" err="1">
                <a:solidFill>
                  <a:schemeClr val="tx1"/>
                </a:solidFill>
                <a:effectLst/>
                <a:latin typeface="+mn-lt"/>
                <a:ea typeface="+mn-ea"/>
                <a:cs typeface="+mn-cs"/>
              </a:rPr>
              <a:t>resultscan</a:t>
            </a:r>
            <a:r>
              <a:rPr lang="en-US" sz="1200" b="1" i="0" u="none" strike="noStrike" kern="1200" dirty="0">
                <a:solidFill>
                  <a:schemeClr val="tx1"/>
                </a:solidFill>
                <a:effectLst/>
                <a:latin typeface="+mn-lt"/>
                <a:ea typeface="+mn-ea"/>
                <a:cs typeface="+mn-cs"/>
              </a:rPr>
              <a:t> e exported for </a:t>
            </a:r>
            <a:r>
              <a:rPr lang="en-US" sz="1200" b="0" i="0" u="none" strike="noStrike" kern="1200" dirty="0">
                <a:solidFill>
                  <a:schemeClr val="tx1"/>
                </a:solidFill>
                <a:effectLst/>
                <a:latin typeface="+mn-lt"/>
                <a:ea typeface="+mn-ea"/>
                <a:cs typeface="+mn-cs"/>
              </a:rPr>
              <a:t>offline analysis or reporting.</a:t>
            </a:r>
            <a:endParaRPr lang="en-US" dirty="0"/>
          </a:p>
        </p:txBody>
      </p:sp>
      <p:sp>
        <p:nvSpPr>
          <p:cNvPr id="4" name="Slide Number Placeholder 3">
            <a:extLst>
              <a:ext uri="{FF2B5EF4-FFF2-40B4-BE49-F238E27FC236}">
                <a16:creationId xmlns:a16="http://schemas.microsoft.com/office/drawing/2014/main" id="{D575EE0C-5533-2511-A2F1-94FD6B53482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26125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6B5EC-E721-A9E5-70D3-F0D545FF7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71275-4B4D-BD71-73F3-EF94EF4AB2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2C8E9-EC27-5931-C660-DAFD64DA94AC}"/>
              </a:ext>
            </a:extLst>
          </p:cNvPr>
          <p:cNvSpPr>
            <a:spLocks noGrp="1"/>
          </p:cNvSpPr>
          <p:nvPr>
            <p:ph type="body" idx="1"/>
          </p:nvPr>
        </p:nvSpPr>
        <p:spPr/>
        <p:txBody>
          <a:bodyPr/>
          <a:lstStyle/>
          <a:p>
            <a:r>
              <a:rPr lang="en-US" dirty="0"/>
              <a:t>Open strong. One sentence intro, then straight into the problem. Don’t fumble with ‘can you see my screen’ — just go.</a:t>
            </a:r>
          </a:p>
        </p:txBody>
      </p:sp>
      <p:sp>
        <p:nvSpPr>
          <p:cNvPr id="4" name="Slide Number Placeholder 3">
            <a:extLst>
              <a:ext uri="{FF2B5EF4-FFF2-40B4-BE49-F238E27FC236}">
                <a16:creationId xmlns:a16="http://schemas.microsoft.com/office/drawing/2014/main" id="{72078525-B8C1-F9D6-1F20-60FAA8B8F32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90924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4D3F-DD65-C4E6-359F-A94F05C79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80F60-0273-A1B2-CFF9-FD427E735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5C113-7F58-2455-6BC6-4E529F6F736C}"/>
              </a:ext>
            </a:extLst>
          </p:cNvPr>
          <p:cNvSpPr>
            <a:spLocks noGrp="1"/>
          </p:cNvSpPr>
          <p:nvPr>
            <p:ph type="body" idx="1"/>
          </p:nvPr>
        </p:nvSpPr>
        <p:spPr/>
        <p:txBody>
          <a:bodyPr/>
          <a:lstStyle/>
          <a:p>
            <a:r>
              <a:rPr lang="en-US" dirty="0"/>
              <a:t>Open strong. One sentence intro, then straight into the problem. Don’t fumble with ‘can you see my screen’ — just go.</a:t>
            </a:r>
          </a:p>
        </p:txBody>
      </p:sp>
      <p:sp>
        <p:nvSpPr>
          <p:cNvPr id="4" name="Slide Number Placeholder 3">
            <a:extLst>
              <a:ext uri="{FF2B5EF4-FFF2-40B4-BE49-F238E27FC236}">
                <a16:creationId xmlns:a16="http://schemas.microsoft.com/office/drawing/2014/main" id="{A165EBEC-97D4-787E-C104-5704492CEB3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30845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BA68-B53B-2A27-EE9B-76DE08922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4F04C-C4EC-CCBD-47D9-7112A9EF7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FE18C-9C18-287D-218A-C122889EB514}"/>
              </a:ext>
            </a:extLst>
          </p:cNvPr>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endParaRPr lang="en-US" b="0" dirty="0">
              <a:effectLst/>
            </a:endParaRPr>
          </a:p>
          <a:p>
            <a:pPr rtl="0"/>
            <a:r>
              <a:rPr lang="en-US" sz="1200" b="0" i="0" u="none" strike="noStrike" kern="1200" dirty="0">
                <a:solidFill>
                  <a:schemeClr val="tx1"/>
                </a:solidFill>
                <a:effectLst/>
                <a:latin typeface="+mn-lt"/>
                <a:ea typeface="+mn-ea"/>
                <a:cs typeface="+mn-cs"/>
              </a:rPr>
              <a:t>Organizations today are rapidly adopting AI tools such as Microsoft Copilot, Claude, and other enterprise AI platforms. But adoption is not the same as proficiency.</a:t>
            </a:r>
            <a:endParaRPr lang="en-US" b="0" dirty="0">
              <a:effectLst/>
            </a:endParaRP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CLICK</a:t>
            </a:r>
          </a:p>
          <a:p>
            <a:r>
              <a:rPr lang="en-US" sz="1200" b="0" i="0" u="none" strike="noStrike" kern="1200" dirty="0">
                <a:solidFill>
                  <a:schemeClr val="tx1"/>
                </a:solidFill>
                <a:effectLst/>
                <a:latin typeface="+mn-lt"/>
                <a:ea typeface="+mn-ea"/>
                <a:cs typeface="+mn-cs"/>
              </a:rPr>
              <a:t>According to McKinsey &amp; Company, while over half of organizations are adopting AI, only about a quarter have actually scaled it to deliver meaningful business impact. A big part of that gap comes down to how people are using these tools.</a:t>
            </a:r>
            <a:endParaRPr lang="en-US" dirty="0"/>
          </a:p>
        </p:txBody>
      </p:sp>
      <p:sp>
        <p:nvSpPr>
          <p:cNvPr id="4" name="Slide Number Placeholder 3">
            <a:extLst>
              <a:ext uri="{FF2B5EF4-FFF2-40B4-BE49-F238E27FC236}">
                <a16:creationId xmlns:a16="http://schemas.microsoft.com/office/drawing/2014/main" id="{B4F7F008-AE4F-ABC1-BAC0-B62714B7198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04522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3CBB3-2C3E-16CF-C440-C956A4C41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5A950-1D18-A506-2EFD-EA649DD82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9A47B-6C35-1119-D381-021AB0D393D6}"/>
              </a:ext>
            </a:extLst>
          </p:cNvPr>
          <p:cNvSpPr>
            <a:spLocks noGrp="1"/>
          </p:cNvSpPr>
          <p:nvPr>
            <p:ph type="body" idx="1"/>
          </p:nvPr>
        </p:nvSpPr>
        <p:spPr/>
        <p:txBody>
          <a:bodyPr/>
          <a:lstStyle/>
          <a:p>
            <a:r>
              <a:rPr lang="en-US" dirty="0"/>
              <a:t>Open strong. One sentence intro, then straight into the problem. Don’t fumble with ‘can you see my screen’ — just go.</a:t>
            </a:r>
          </a:p>
        </p:txBody>
      </p:sp>
      <p:sp>
        <p:nvSpPr>
          <p:cNvPr id="4" name="Slide Number Placeholder 3">
            <a:extLst>
              <a:ext uri="{FF2B5EF4-FFF2-40B4-BE49-F238E27FC236}">
                <a16:creationId xmlns:a16="http://schemas.microsoft.com/office/drawing/2014/main" id="{20DB4C8D-9D8C-40EC-4F06-358B94083FE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10213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Open for questions. Have the live app ready.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D6D881-E361-9D4C-B245-86AC355DC6C1}"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13837084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D6D881-E361-9D4C-B245-86AC355DC6C1}"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30144125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shade val="82000"/>
                  </a:schemeClr>
                </a:solidFill>
              </a:defRPr>
            </a:lvl1pPr>
            <a:lvl2pPr marL="342900" indent="0">
              <a:buNone/>
              <a:defRPr sz="1500">
                <a:solidFill>
                  <a:schemeClr val="tx1">
                    <a:shade val="82000"/>
                  </a:schemeClr>
                </a:solidFill>
              </a:defRPr>
            </a:lvl2pPr>
            <a:lvl3pPr marL="685800" indent="0">
              <a:buNone/>
              <a:defRPr sz="1350">
                <a:solidFill>
                  <a:schemeClr val="tx1">
                    <a:shade val="82000"/>
                  </a:schemeClr>
                </a:solidFill>
              </a:defRPr>
            </a:lvl3pPr>
            <a:lvl4pPr marL="1028700" indent="0">
              <a:buNone/>
              <a:defRPr sz="1200">
                <a:solidFill>
                  <a:schemeClr val="tx1">
                    <a:shade val="82000"/>
                  </a:schemeClr>
                </a:solidFill>
              </a:defRPr>
            </a:lvl4pPr>
            <a:lvl5pPr marL="1371600" indent="0">
              <a:buNone/>
              <a:defRPr sz="1200">
                <a:solidFill>
                  <a:schemeClr val="tx1">
                    <a:shade val="82000"/>
                  </a:schemeClr>
                </a:solidFill>
              </a:defRPr>
            </a:lvl5pPr>
            <a:lvl6pPr marL="1714500" indent="0">
              <a:buNone/>
              <a:defRPr sz="1200">
                <a:solidFill>
                  <a:schemeClr val="tx1">
                    <a:shade val="82000"/>
                  </a:schemeClr>
                </a:solidFill>
              </a:defRPr>
            </a:lvl6pPr>
            <a:lvl7pPr marL="2057400" indent="0">
              <a:buNone/>
              <a:defRPr sz="1200">
                <a:solidFill>
                  <a:schemeClr val="tx1">
                    <a:shade val="82000"/>
                  </a:schemeClr>
                </a:solidFill>
              </a:defRPr>
            </a:lvl7pPr>
            <a:lvl8pPr marL="2400300" indent="0">
              <a:buNone/>
              <a:defRPr sz="1200">
                <a:solidFill>
                  <a:schemeClr val="tx1">
                    <a:shade val="82000"/>
                  </a:schemeClr>
                </a:solidFill>
              </a:defRPr>
            </a:lvl8pPr>
            <a:lvl9pPr marL="2743200" indent="0">
              <a:buNone/>
              <a:defRPr sz="12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D6D881-E361-9D4C-B245-86AC355DC6C1}"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41005641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D6D881-E361-9D4C-B245-86AC355DC6C1}"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2487740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D6D881-E361-9D4C-B245-86AC355DC6C1}" type="datetimeFigureOut">
              <a:rPr lang="en-US" smtClean="0"/>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89854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D6D881-E361-9D4C-B245-86AC355DC6C1}" type="datetimeFigureOut">
              <a:rPr lang="en-US" smtClean="0"/>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317813535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D6D881-E361-9D4C-B245-86AC355DC6C1}" type="datetimeFigureOut">
              <a:rPr lang="en-US" smtClean="0"/>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0513836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0D6D881-E361-9D4C-B245-86AC355DC6C1}"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1925699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0D6D881-E361-9D4C-B245-86AC355DC6C1}"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5838412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D6D881-E361-9D4C-B245-86AC355DC6C1}"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74845334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D6D881-E361-9D4C-B245-86AC355DC6C1}"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ABE131-B770-A142-8D71-AFAB29C634D1}" type="slidenum">
              <a:rPr lang="en-US" smtClean="0"/>
              <a:t>‹#›</a:t>
            </a:fld>
            <a:endParaRPr lang="en-US"/>
          </a:p>
        </p:txBody>
      </p:sp>
    </p:spTree>
    <p:extLst>
      <p:ext uri="{BB962C8B-B14F-4D97-AF65-F5344CB8AC3E}">
        <p14:creationId xmlns:p14="http://schemas.microsoft.com/office/powerpoint/2010/main" val="21328220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59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shade val="82000"/>
                  </a:schemeClr>
                </a:solidFill>
              </a:defRPr>
            </a:lvl1pPr>
          </a:lstStyle>
          <a:p>
            <a:fld id="{E0D6D881-E361-9D4C-B245-86AC355DC6C1}" type="datetimeFigureOut">
              <a:rPr lang="en-US" smtClean="0"/>
              <a:t>3/18/26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shade val="82000"/>
                  </a:schemeClr>
                </a:solidFill>
              </a:defRPr>
            </a:lvl1pPr>
          </a:lstStyle>
          <a:p>
            <a:fld id="{A8ABE131-B770-A142-8D71-AFAB29C634D1}" type="slidenum">
              <a:rPr lang="en-US" smtClean="0"/>
              <a:t>‹#›</a:t>
            </a:fld>
            <a:endParaRPr lang="en-US"/>
          </a:p>
        </p:txBody>
      </p:sp>
    </p:spTree>
    <p:extLst>
      <p:ext uri="{BB962C8B-B14F-4D97-AF65-F5344CB8AC3E}">
        <p14:creationId xmlns:p14="http://schemas.microsoft.com/office/powerpoint/2010/main" val="359627269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31520" y="1097280"/>
            <a:ext cx="7772400" cy="1097280"/>
          </a:xfrm>
          <a:prstGeom prst="rect">
            <a:avLst/>
          </a:prstGeom>
          <a:noFill/>
          <a:ln/>
        </p:spPr>
        <p:txBody>
          <a:bodyPr wrap="square" rtlCol="0" anchor="ctr"/>
          <a:lstStyle/>
          <a:p>
            <a:pPr marL="0" indent="0">
              <a:buNone/>
            </a:pPr>
            <a:r>
              <a:rPr lang="en-US" sz="4800" b="1">
                <a:solidFill>
                  <a:srgbClr val="FAFAFA"/>
                </a:solidFill>
                <a:latin typeface="Calibri" pitchFamily="34" charset="0"/>
                <a:ea typeface="Calibri" pitchFamily="34" charset="-122"/>
                <a:cs typeface="Calibri" pitchFamily="34" charset="-120"/>
              </a:rPr>
              <a:t>Cert</a:t>
            </a:r>
            <a:r>
              <a:rPr lang="en-US" sz="4800" b="1">
                <a:solidFill>
                  <a:srgbClr val="3B82F6"/>
                </a:solidFill>
                <a:latin typeface="Calibri" pitchFamily="34" charset="0"/>
                <a:ea typeface="Calibri" pitchFamily="34" charset="-122"/>
                <a:cs typeface="Calibri" pitchFamily="34" charset="-120"/>
              </a:rPr>
              <a:t>Ops</a:t>
            </a:r>
            <a:r>
              <a:rPr lang="en-US" sz="4800" b="1">
                <a:solidFill>
                  <a:srgbClr val="FAFAFA"/>
                </a:solidFill>
                <a:latin typeface="Calibri" pitchFamily="34" charset="0"/>
                <a:ea typeface="Calibri" pitchFamily="34" charset="-122"/>
                <a:cs typeface="Calibri" pitchFamily="34" charset="-120"/>
              </a:rPr>
              <a:t> Studio</a:t>
            </a:r>
            <a:endParaRPr lang="en-US" sz="4800" dirty="0"/>
          </a:p>
        </p:txBody>
      </p:sp>
      <p:sp>
        <p:nvSpPr>
          <p:cNvPr id="3" name="Text 1"/>
          <p:cNvSpPr/>
          <p:nvPr/>
        </p:nvSpPr>
        <p:spPr>
          <a:xfrm>
            <a:off x="731520" y="2286000"/>
            <a:ext cx="7772400" cy="457200"/>
          </a:xfrm>
          <a:prstGeom prst="rect">
            <a:avLst/>
          </a:prstGeom>
          <a:noFill/>
          <a:ln/>
        </p:spPr>
        <p:txBody>
          <a:bodyPr wrap="square" rtlCol="0" anchor="ctr"/>
          <a:lstStyle/>
          <a:p>
            <a:pPr marL="0" indent="0">
              <a:buNone/>
            </a:pPr>
            <a:r>
              <a:rPr lang="en-US" sz="1800">
                <a:solidFill>
                  <a:srgbClr val="A3A3A3"/>
                </a:solidFill>
                <a:latin typeface="Calibri" pitchFamily="34" charset="0"/>
                <a:ea typeface="Calibri" pitchFamily="34" charset="-122"/>
                <a:cs typeface="Calibri" pitchFamily="34" charset="-120"/>
              </a:rPr>
              <a:t>AI-Native Certification Builder for Enterprise AI Platforms.</a:t>
            </a:r>
            <a:endParaRPr lang="en-US" sz="1800" dirty="0"/>
          </a:p>
        </p:txBody>
      </p:sp>
      <p:sp>
        <p:nvSpPr>
          <p:cNvPr id="5" name="Text 3"/>
          <p:cNvSpPr/>
          <p:nvPr/>
        </p:nvSpPr>
        <p:spPr>
          <a:xfrm>
            <a:off x="7795425" y="4533845"/>
            <a:ext cx="1144644" cy="365760"/>
          </a:xfrm>
          <a:prstGeom prst="rect">
            <a:avLst/>
          </a:prstGeom>
          <a:noFill/>
          <a:ln/>
        </p:spPr>
        <p:txBody>
          <a:bodyPr wrap="square" rtlCol="0" anchor="ctr"/>
          <a:lstStyle/>
          <a:p>
            <a:pPr marL="0" indent="0">
              <a:buNone/>
            </a:pPr>
            <a:r>
              <a:rPr lang="en-US" sz="1400" b="1" dirty="0">
                <a:solidFill>
                  <a:srgbClr val="FAFAFA"/>
                </a:solidFill>
                <a:latin typeface="Calibri" pitchFamily="34" charset="0"/>
                <a:ea typeface="Calibri" pitchFamily="34" charset="-122"/>
                <a:cs typeface="Calibri" pitchFamily="34" charset="-120"/>
              </a:rPr>
              <a:t>Joseph Mata</a:t>
            </a:r>
            <a:r>
              <a:rPr lang="en-US" sz="1400" dirty="0">
                <a:solidFill>
                  <a:srgbClr val="A3A3A3"/>
                </a:solidFill>
                <a:latin typeface="Calibri" pitchFamily="34" charset="0"/>
                <a:ea typeface="Calibri" pitchFamily="34" charset="-122"/>
                <a:cs typeface="Calibri" pitchFamily="34" charset="-120"/>
              </a:rPr>
              <a:t> </a:t>
            </a:r>
            <a:endParaRPr lang="en-US" sz="1400" dirty="0"/>
          </a:p>
        </p:txBody>
      </p:sp>
      <p:sp>
        <p:nvSpPr>
          <p:cNvPr id="7" name="TextBox 6">
            <a:extLst>
              <a:ext uri="{FF2B5EF4-FFF2-40B4-BE49-F238E27FC236}">
                <a16:creationId xmlns:a16="http://schemas.microsoft.com/office/drawing/2014/main" id="{18E37404-1177-E0E4-2BB7-59EF8136A294}"/>
              </a:ext>
            </a:extLst>
          </p:cNvPr>
          <p:cNvSpPr txBox="1"/>
          <p:nvPr/>
        </p:nvSpPr>
        <p:spPr>
          <a:xfrm>
            <a:off x="11439868" y="1138066"/>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E81450-BD90-03FC-4C9A-DE3907EB08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95275D8-4AF6-01A4-FD42-EA7C050A271C}"/>
              </a:ext>
            </a:extLst>
          </p:cNvPr>
          <p:cNvSpPr txBox="1"/>
          <p:nvPr/>
        </p:nvSpPr>
        <p:spPr>
          <a:xfrm>
            <a:off x="11439868" y="1138066"/>
            <a:ext cx="184731" cy="369332"/>
          </a:xfrm>
          <a:prstGeom prst="rect">
            <a:avLst/>
          </a:prstGeom>
          <a:noFill/>
        </p:spPr>
        <p:txBody>
          <a:bodyPr wrap="none" rtlCol="0">
            <a:spAutoFit/>
          </a:bodyPr>
          <a:lstStyle/>
          <a:p>
            <a:endParaRPr lang="en-US" dirty="0"/>
          </a:p>
        </p:txBody>
      </p:sp>
      <p:grpSp>
        <p:nvGrpSpPr>
          <p:cNvPr id="12" name="Group 11">
            <a:extLst>
              <a:ext uri="{FF2B5EF4-FFF2-40B4-BE49-F238E27FC236}">
                <a16:creationId xmlns:a16="http://schemas.microsoft.com/office/drawing/2014/main" id="{298E1461-7FA1-8864-F816-A1117CCA8031}"/>
              </a:ext>
            </a:extLst>
          </p:cNvPr>
          <p:cNvGrpSpPr/>
          <p:nvPr/>
        </p:nvGrpSpPr>
        <p:grpSpPr>
          <a:xfrm>
            <a:off x="5038402" y="1263539"/>
            <a:ext cx="3884257" cy="1006659"/>
            <a:chOff x="1864014" y="2219081"/>
            <a:chExt cx="3884257" cy="1006659"/>
          </a:xfrm>
        </p:grpSpPr>
        <p:grpSp>
          <p:nvGrpSpPr>
            <p:cNvPr id="8" name="Group 7">
              <a:extLst>
                <a:ext uri="{FF2B5EF4-FFF2-40B4-BE49-F238E27FC236}">
                  <a16:creationId xmlns:a16="http://schemas.microsoft.com/office/drawing/2014/main" id="{CF5663E4-71F7-1164-AA35-371FC5E7A98F}"/>
                </a:ext>
              </a:extLst>
            </p:cNvPr>
            <p:cNvGrpSpPr/>
            <p:nvPr/>
          </p:nvGrpSpPr>
          <p:grpSpPr>
            <a:xfrm rot="16200000">
              <a:off x="4111530" y="1589000"/>
              <a:ext cx="1006659" cy="2266822"/>
              <a:chOff x="6428413" y="1203216"/>
              <a:chExt cx="1342212" cy="3022427"/>
            </a:xfrm>
          </p:grpSpPr>
          <p:pic>
            <p:nvPicPr>
              <p:cNvPr id="9" name="Picture 8" descr="A orange sunburst with black background&#10;&#10;AI-generated content may be incorrect.">
                <a:extLst>
                  <a:ext uri="{FF2B5EF4-FFF2-40B4-BE49-F238E27FC236}">
                    <a16:creationId xmlns:a16="http://schemas.microsoft.com/office/drawing/2014/main" id="{864122BF-323D-6DB6-D4E2-19297A8EBFFF}"/>
                  </a:ext>
                </a:extLst>
              </p:cNvPr>
              <p:cNvPicPr>
                <a:picLocks noChangeAspect="1"/>
              </p:cNvPicPr>
              <p:nvPr/>
            </p:nvPicPr>
            <p:blipFill>
              <a:blip r:embed="rId3"/>
              <a:stretch>
                <a:fillRect/>
              </a:stretch>
            </p:blipFill>
            <p:spPr>
              <a:xfrm>
                <a:off x="6428413" y="2908400"/>
                <a:ext cx="1317241" cy="1317243"/>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3236FC0C-D042-BCBC-58EC-9C91F2E5558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Effect>
                          <a14:colorTemperature colorTemp="11500"/>
                        </a14:imgEffect>
                        <a14:imgEffect>
                          <a14:saturation sat="300000"/>
                        </a14:imgEffect>
                        <a14:imgEffect>
                          <a14:brightnessContrast bright="100000" contrast="64000"/>
                        </a14:imgEffect>
                      </a14:imgLayer>
                    </a14:imgProps>
                  </a:ext>
                </a:extLst>
              </a:blip>
              <a:stretch>
                <a:fillRect/>
              </a:stretch>
            </p:blipFill>
            <p:spPr>
              <a:xfrm>
                <a:off x="6443100" y="1203216"/>
                <a:ext cx="1327525" cy="1327525"/>
              </a:xfrm>
              <a:prstGeom prst="rect">
                <a:avLst/>
              </a:prstGeom>
              <a:noFill/>
            </p:spPr>
          </p:pic>
        </p:grpSp>
        <p:pic>
          <p:nvPicPr>
            <p:cNvPr id="11" name="Picture 10" descr="A rainbow colored logo on a black background&#10;&#10;AI-generated content may be incorrect.">
              <a:extLst>
                <a:ext uri="{FF2B5EF4-FFF2-40B4-BE49-F238E27FC236}">
                  <a16:creationId xmlns:a16="http://schemas.microsoft.com/office/drawing/2014/main" id="{195FB887-8B06-EDDE-695A-A9F0503A2892}"/>
                </a:ext>
              </a:extLst>
            </p:cNvPr>
            <p:cNvPicPr>
              <a:picLocks noChangeAspect="1"/>
            </p:cNvPicPr>
            <p:nvPr/>
          </p:nvPicPr>
          <p:blipFill>
            <a:blip r:embed="rId6"/>
            <a:stretch>
              <a:fillRect/>
            </a:stretch>
          </p:blipFill>
          <p:spPr>
            <a:xfrm>
              <a:off x="1864014" y="2221665"/>
              <a:ext cx="1641472" cy="923329"/>
            </a:xfrm>
            <a:prstGeom prst="rect">
              <a:avLst/>
            </a:prstGeom>
          </p:spPr>
        </p:pic>
      </p:grpSp>
      <p:sp>
        <p:nvSpPr>
          <p:cNvPr id="13" name="Google Shape;11582;p86">
            <a:extLst>
              <a:ext uri="{FF2B5EF4-FFF2-40B4-BE49-F238E27FC236}">
                <a16:creationId xmlns:a16="http://schemas.microsoft.com/office/drawing/2014/main" id="{64A35CB2-0C30-40EC-6173-446F1E16B6A5}"/>
              </a:ext>
            </a:extLst>
          </p:cNvPr>
          <p:cNvSpPr>
            <a:spLocks noChangeAspect="1"/>
          </p:cNvSpPr>
          <p:nvPr/>
        </p:nvSpPr>
        <p:spPr>
          <a:xfrm>
            <a:off x="117887" y="1930155"/>
            <a:ext cx="1606016" cy="1602495"/>
          </a:xfrm>
          <a:custGeom>
            <a:avLst/>
            <a:gdLst/>
            <a:ahLst/>
            <a:cxnLst/>
            <a:rect l="l" t="t" r="r" b="b"/>
            <a:pathLst>
              <a:path w="9574" h="9553" extrusionOk="0">
                <a:moveTo>
                  <a:pt x="4811" y="290"/>
                </a:moveTo>
                <a:lnTo>
                  <a:pt x="8157" y="2230"/>
                </a:lnTo>
                <a:lnTo>
                  <a:pt x="7573" y="2230"/>
                </a:lnTo>
                <a:lnTo>
                  <a:pt x="4918" y="671"/>
                </a:lnTo>
                <a:cubicBezTo>
                  <a:pt x="4876" y="647"/>
                  <a:pt x="4838" y="635"/>
                  <a:pt x="4800" y="635"/>
                </a:cubicBezTo>
                <a:cubicBezTo>
                  <a:pt x="4763" y="635"/>
                  <a:pt x="4728" y="647"/>
                  <a:pt x="4692" y="671"/>
                </a:cubicBezTo>
                <a:lnTo>
                  <a:pt x="3989" y="1087"/>
                </a:lnTo>
                <a:cubicBezTo>
                  <a:pt x="3930" y="1135"/>
                  <a:pt x="3906" y="1206"/>
                  <a:pt x="3942" y="1278"/>
                </a:cubicBezTo>
                <a:cubicBezTo>
                  <a:pt x="3974" y="1318"/>
                  <a:pt x="4017" y="1348"/>
                  <a:pt x="4067" y="1348"/>
                </a:cubicBezTo>
                <a:cubicBezTo>
                  <a:pt x="4092" y="1348"/>
                  <a:pt x="4117" y="1341"/>
                  <a:pt x="4144" y="1326"/>
                </a:cubicBezTo>
                <a:lnTo>
                  <a:pt x="4811" y="933"/>
                </a:lnTo>
                <a:lnTo>
                  <a:pt x="7025" y="2230"/>
                </a:lnTo>
                <a:lnTo>
                  <a:pt x="2572" y="2230"/>
                </a:lnTo>
                <a:lnTo>
                  <a:pt x="3561" y="1671"/>
                </a:lnTo>
                <a:cubicBezTo>
                  <a:pt x="3620" y="1623"/>
                  <a:pt x="3644" y="1552"/>
                  <a:pt x="3608" y="1480"/>
                </a:cubicBezTo>
                <a:cubicBezTo>
                  <a:pt x="3576" y="1440"/>
                  <a:pt x="3533" y="1411"/>
                  <a:pt x="3483" y="1411"/>
                </a:cubicBezTo>
                <a:cubicBezTo>
                  <a:pt x="3459" y="1411"/>
                  <a:pt x="3433" y="1417"/>
                  <a:pt x="3406" y="1433"/>
                </a:cubicBezTo>
                <a:lnTo>
                  <a:pt x="2013" y="2254"/>
                </a:lnTo>
                <a:lnTo>
                  <a:pt x="1429" y="2254"/>
                </a:lnTo>
                <a:lnTo>
                  <a:pt x="4811" y="290"/>
                </a:lnTo>
                <a:close/>
                <a:moveTo>
                  <a:pt x="8621" y="2528"/>
                </a:moveTo>
                <a:lnTo>
                  <a:pt x="8621" y="3207"/>
                </a:lnTo>
                <a:lnTo>
                  <a:pt x="965" y="3207"/>
                </a:lnTo>
                <a:lnTo>
                  <a:pt x="965" y="2528"/>
                </a:lnTo>
                <a:close/>
                <a:moveTo>
                  <a:pt x="2644" y="3469"/>
                </a:moveTo>
                <a:cubicBezTo>
                  <a:pt x="2692" y="3469"/>
                  <a:pt x="2727" y="3481"/>
                  <a:pt x="2751" y="3516"/>
                </a:cubicBezTo>
                <a:cubicBezTo>
                  <a:pt x="2787" y="3540"/>
                  <a:pt x="2799" y="3576"/>
                  <a:pt x="2799" y="3623"/>
                </a:cubicBezTo>
                <a:cubicBezTo>
                  <a:pt x="2799" y="3695"/>
                  <a:pt x="2739" y="3754"/>
                  <a:pt x="2668" y="3754"/>
                </a:cubicBezTo>
                <a:cubicBezTo>
                  <a:pt x="2620" y="3754"/>
                  <a:pt x="2596" y="3731"/>
                  <a:pt x="2561" y="3707"/>
                </a:cubicBezTo>
                <a:cubicBezTo>
                  <a:pt x="2528" y="3666"/>
                  <a:pt x="2479" y="3648"/>
                  <a:pt x="2432" y="3648"/>
                </a:cubicBezTo>
                <a:cubicBezTo>
                  <a:pt x="2410" y="3648"/>
                  <a:pt x="2389" y="3652"/>
                  <a:pt x="2370" y="3659"/>
                </a:cubicBezTo>
                <a:cubicBezTo>
                  <a:pt x="2299" y="3695"/>
                  <a:pt x="2251" y="3754"/>
                  <a:pt x="2251" y="3826"/>
                </a:cubicBezTo>
                <a:lnTo>
                  <a:pt x="2251" y="7707"/>
                </a:lnTo>
                <a:lnTo>
                  <a:pt x="1703" y="7707"/>
                </a:lnTo>
                <a:lnTo>
                  <a:pt x="1703" y="3826"/>
                </a:lnTo>
                <a:cubicBezTo>
                  <a:pt x="1703" y="3754"/>
                  <a:pt x="1656" y="3683"/>
                  <a:pt x="1584" y="3659"/>
                </a:cubicBezTo>
                <a:cubicBezTo>
                  <a:pt x="1568" y="3653"/>
                  <a:pt x="1551" y="3650"/>
                  <a:pt x="1532" y="3650"/>
                </a:cubicBezTo>
                <a:cubicBezTo>
                  <a:pt x="1482" y="3650"/>
                  <a:pt x="1425" y="3672"/>
                  <a:pt x="1382" y="3707"/>
                </a:cubicBezTo>
                <a:cubicBezTo>
                  <a:pt x="1358" y="3742"/>
                  <a:pt x="1322" y="3754"/>
                  <a:pt x="1287" y="3754"/>
                </a:cubicBezTo>
                <a:cubicBezTo>
                  <a:pt x="1239" y="3754"/>
                  <a:pt x="1203" y="3731"/>
                  <a:pt x="1179" y="3707"/>
                </a:cubicBezTo>
                <a:cubicBezTo>
                  <a:pt x="1144" y="3683"/>
                  <a:pt x="1132" y="3647"/>
                  <a:pt x="1132" y="3600"/>
                </a:cubicBezTo>
                <a:cubicBezTo>
                  <a:pt x="1132" y="3528"/>
                  <a:pt x="1203" y="3469"/>
                  <a:pt x="1287" y="3469"/>
                </a:cubicBezTo>
                <a:close/>
                <a:moveTo>
                  <a:pt x="5537" y="3481"/>
                </a:moveTo>
                <a:cubicBezTo>
                  <a:pt x="5573" y="3481"/>
                  <a:pt x="5609" y="3504"/>
                  <a:pt x="5644" y="3528"/>
                </a:cubicBezTo>
                <a:cubicBezTo>
                  <a:pt x="5668" y="3564"/>
                  <a:pt x="5692" y="3588"/>
                  <a:pt x="5692" y="3635"/>
                </a:cubicBezTo>
                <a:cubicBezTo>
                  <a:pt x="5692" y="3707"/>
                  <a:pt x="5632" y="3766"/>
                  <a:pt x="5549" y="3766"/>
                </a:cubicBezTo>
                <a:cubicBezTo>
                  <a:pt x="5513" y="3766"/>
                  <a:pt x="5478" y="3754"/>
                  <a:pt x="5454" y="3719"/>
                </a:cubicBezTo>
                <a:cubicBezTo>
                  <a:pt x="5424" y="3681"/>
                  <a:pt x="5376" y="3663"/>
                  <a:pt x="5329" y="3663"/>
                </a:cubicBezTo>
                <a:cubicBezTo>
                  <a:pt x="5301" y="3663"/>
                  <a:pt x="5274" y="3670"/>
                  <a:pt x="5251" y="3683"/>
                </a:cubicBezTo>
                <a:cubicBezTo>
                  <a:pt x="5180" y="3707"/>
                  <a:pt x="5132" y="3766"/>
                  <a:pt x="5132" y="3838"/>
                </a:cubicBezTo>
                <a:lnTo>
                  <a:pt x="5132" y="7731"/>
                </a:lnTo>
                <a:lnTo>
                  <a:pt x="4585" y="7731"/>
                </a:lnTo>
                <a:lnTo>
                  <a:pt x="4585" y="3838"/>
                </a:lnTo>
                <a:cubicBezTo>
                  <a:pt x="4585" y="3766"/>
                  <a:pt x="4537" y="3695"/>
                  <a:pt x="4466" y="3683"/>
                </a:cubicBezTo>
                <a:cubicBezTo>
                  <a:pt x="4439" y="3670"/>
                  <a:pt x="4412" y="3663"/>
                  <a:pt x="4386" y="3663"/>
                </a:cubicBezTo>
                <a:cubicBezTo>
                  <a:pt x="4344" y="3663"/>
                  <a:pt x="4305" y="3681"/>
                  <a:pt x="4275" y="3719"/>
                </a:cubicBezTo>
                <a:cubicBezTo>
                  <a:pt x="4239" y="3754"/>
                  <a:pt x="4216" y="3766"/>
                  <a:pt x="4168" y="3766"/>
                </a:cubicBezTo>
                <a:cubicBezTo>
                  <a:pt x="4120" y="3766"/>
                  <a:pt x="4096" y="3754"/>
                  <a:pt x="4061" y="3719"/>
                </a:cubicBezTo>
                <a:cubicBezTo>
                  <a:pt x="4037" y="3695"/>
                  <a:pt x="4025" y="3659"/>
                  <a:pt x="4025" y="3623"/>
                </a:cubicBezTo>
                <a:cubicBezTo>
                  <a:pt x="4025" y="3540"/>
                  <a:pt x="4096" y="3481"/>
                  <a:pt x="4168" y="3481"/>
                </a:cubicBezTo>
                <a:close/>
                <a:moveTo>
                  <a:pt x="8395" y="3481"/>
                </a:moveTo>
                <a:cubicBezTo>
                  <a:pt x="8442" y="3481"/>
                  <a:pt x="8466" y="3492"/>
                  <a:pt x="8502" y="3528"/>
                </a:cubicBezTo>
                <a:cubicBezTo>
                  <a:pt x="8526" y="3552"/>
                  <a:pt x="8538" y="3588"/>
                  <a:pt x="8538" y="3635"/>
                </a:cubicBezTo>
                <a:cubicBezTo>
                  <a:pt x="8526" y="3695"/>
                  <a:pt x="8466" y="3754"/>
                  <a:pt x="8407" y="3754"/>
                </a:cubicBezTo>
                <a:cubicBezTo>
                  <a:pt x="8371" y="3754"/>
                  <a:pt x="8335" y="3742"/>
                  <a:pt x="8311" y="3707"/>
                </a:cubicBezTo>
                <a:cubicBezTo>
                  <a:pt x="8279" y="3666"/>
                  <a:pt x="8224" y="3648"/>
                  <a:pt x="8174" y="3648"/>
                </a:cubicBezTo>
                <a:cubicBezTo>
                  <a:pt x="8150" y="3648"/>
                  <a:pt x="8128" y="3652"/>
                  <a:pt x="8109" y="3659"/>
                </a:cubicBezTo>
                <a:cubicBezTo>
                  <a:pt x="8037" y="3695"/>
                  <a:pt x="7990" y="3754"/>
                  <a:pt x="7990" y="3826"/>
                </a:cubicBezTo>
                <a:lnTo>
                  <a:pt x="7990" y="7707"/>
                </a:lnTo>
                <a:lnTo>
                  <a:pt x="7442" y="7707"/>
                </a:lnTo>
                <a:lnTo>
                  <a:pt x="7442" y="6314"/>
                </a:lnTo>
                <a:cubicBezTo>
                  <a:pt x="7442" y="6243"/>
                  <a:pt x="7383" y="6183"/>
                  <a:pt x="7311" y="6183"/>
                </a:cubicBezTo>
                <a:cubicBezTo>
                  <a:pt x="7240" y="6183"/>
                  <a:pt x="7180" y="6243"/>
                  <a:pt x="7180" y="6314"/>
                </a:cubicBezTo>
                <a:lnTo>
                  <a:pt x="7180" y="7743"/>
                </a:lnTo>
                <a:cubicBezTo>
                  <a:pt x="7097" y="7791"/>
                  <a:pt x="7061" y="7862"/>
                  <a:pt x="7061" y="7945"/>
                </a:cubicBezTo>
                <a:lnTo>
                  <a:pt x="7061" y="8148"/>
                </a:lnTo>
                <a:lnTo>
                  <a:pt x="5549" y="8148"/>
                </a:lnTo>
                <a:lnTo>
                  <a:pt x="5549" y="7969"/>
                </a:lnTo>
                <a:cubicBezTo>
                  <a:pt x="5549" y="7874"/>
                  <a:pt x="5513" y="7803"/>
                  <a:pt x="5430" y="7755"/>
                </a:cubicBezTo>
                <a:lnTo>
                  <a:pt x="5430" y="4016"/>
                </a:lnTo>
                <a:cubicBezTo>
                  <a:pt x="5465" y="4034"/>
                  <a:pt x="5500" y="4045"/>
                  <a:pt x="5535" y="4045"/>
                </a:cubicBezTo>
                <a:cubicBezTo>
                  <a:pt x="5547" y="4045"/>
                  <a:pt x="5560" y="4043"/>
                  <a:pt x="5573" y="4040"/>
                </a:cubicBezTo>
                <a:cubicBezTo>
                  <a:pt x="5787" y="4040"/>
                  <a:pt x="5966" y="3862"/>
                  <a:pt x="5966" y="3635"/>
                </a:cubicBezTo>
                <a:cubicBezTo>
                  <a:pt x="5966" y="3576"/>
                  <a:pt x="5966" y="3528"/>
                  <a:pt x="5954" y="3481"/>
                </a:cubicBezTo>
                <a:lnTo>
                  <a:pt x="6656" y="3481"/>
                </a:lnTo>
                <a:cubicBezTo>
                  <a:pt x="6633" y="3516"/>
                  <a:pt x="6633" y="3564"/>
                  <a:pt x="6621" y="3600"/>
                </a:cubicBezTo>
                <a:cubicBezTo>
                  <a:pt x="6621" y="3719"/>
                  <a:pt x="6656" y="3826"/>
                  <a:pt x="6740" y="3921"/>
                </a:cubicBezTo>
                <a:cubicBezTo>
                  <a:pt x="6811" y="4004"/>
                  <a:pt x="6942" y="4052"/>
                  <a:pt x="7037" y="4052"/>
                </a:cubicBezTo>
                <a:cubicBezTo>
                  <a:pt x="7085" y="4052"/>
                  <a:pt x="7133" y="4028"/>
                  <a:pt x="7168" y="4016"/>
                </a:cubicBezTo>
                <a:lnTo>
                  <a:pt x="7168" y="5636"/>
                </a:lnTo>
                <a:cubicBezTo>
                  <a:pt x="7168" y="5719"/>
                  <a:pt x="7228" y="5778"/>
                  <a:pt x="7311" y="5778"/>
                </a:cubicBezTo>
                <a:cubicBezTo>
                  <a:pt x="7383" y="5778"/>
                  <a:pt x="7442" y="5719"/>
                  <a:pt x="7442" y="5636"/>
                </a:cubicBezTo>
                <a:lnTo>
                  <a:pt x="7442" y="3838"/>
                </a:lnTo>
                <a:cubicBezTo>
                  <a:pt x="7442" y="3766"/>
                  <a:pt x="7395" y="3695"/>
                  <a:pt x="7323" y="3671"/>
                </a:cubicBezTo>
                <a:cubicBezTo>
                  <a:pt x="7301" y="3667"/>
                  <a:pt x="7278" y="3665"/>
                  <a:pt x="7255" y="3665"/>
                </a:cubicBezTo>
                <a:cubicBezTo>
                  <a:pt x="7205" y="3665"/>
                  <a:pt x="7157" y="3678"/>
                  <a:pt x="7133" y="3719"/>
                </a:cubicBezTo>
                <a:cubicBezTo>
                  <a:pt x="7097" y="3754"/>
                  <a:pt x="7073" y="3766"/>
                  <a:pt x="7025" y="3766"/>
                </a:cubicBezTo>
                <a:cubicBezTo>
                  <a:pt x="6978" y="3766"/>
                  <a:pt x="6954" y="3754"/>
                  <a:pt x="6918" y="3719"/>
                </a:cubicBezTo>
                <a:cubicBezTo>
                  <a:pt x="6894" y="3695"/>
                  <a:pt x="6871" y="3659"/>
                  <a:pt x="6871" y="3612"/>
                </a:cubicBezTo>
                <a:cubicBezTo>
                  <a:pt x="6871" y="3540"/>
                  <a:pt x="6954" y="3481"/>
                  <a:pt x="7025" y="3481"/>
                </a:cubicBezTo>
                <a:close/>
                <a:moveTo>
                  <a:pt x="2382" y="7993"/>
                </a:moveTo>
                <a:lnTo>
                  <a:pt x="2382" y="8160"/>
                </a:lnTo>
                <a:lnTo>
                  <a:pt x="1572" y="8160"/>
                </a:lnTo>
                <a:lnTo>
                  <a:pt x="1572" y="7993"/>
                </a:lnTo>
                <a:close/>
                <a:moveTo>
                  <a:pt x="3751" y="3481"/>
                </a:moveTo>
                <a:cubicBezTo>
                  <a:pt x="3739" y="3516"/>
                  <a:pt x="3739" y="3564"/>
                  <a:pt x="3715" y="3600"/>
                </a:cubicBezTo>
                <a:cubicBezTo>
                  <a:pt x="3715" y="3719"/>
                  <a:pt x="3751" y="3826"/>
                  <a:pt x="3835" y="3921"/>
                </a:cubicBezTo>
                <a:cubicBezTo>
                  <a:pt x="3918" y="4004"/>
                  <a:pt x="4037" y="4052"/>
                  <a:pt x="4132" y="4052"/>
                </a:cubicBezTo>
                <a:cubicBezTo>
                  <a:pt x="4180" y="4052"/>
                  <a:pt x="4227" y="4028"/>
                  <a:pt x="4275" y="4016"/>
                </a:cubicBezTo>
                <a:lnTo>
                  <a:pt x="4275" y="7755"/>
                </a:lnTo>
                <a:cubicBezTo>
                  <a:pt x="4192" y="7803"/>
                  <a:pt x="4156" y="7874"/>
                  <a:pt x="4156" y="7957"/>
                </a:cubicBezTo>
                <a:lnTo>
                  <a:pt x="4156" y="8160"/>
                </a:lnTo>
                <a:lnTo>
                  <a:pt x="2644" y="8160"/>
                </a:lnTo>
                <a:lnTo>
                  <a:pt x="2644" y="7969"/>
                </a:lnTo>
                <a:cubicBezTo>
                  <a:pt x="2668" y="7874"/>
                  <a:pt x="2608" y="7803"/>
                  <a:pt x="2537" y="7755"/>
                </a:cubicBezTo>
                <a:lnTo>
                  <a:pt x="2537" y="4016"/>
                </a:lnTo>
                <a:cubicBezTo>
                  <a:pt x="2563" y="4034"/>
                  <a:pt x="2595" y="4045"/>
                  <a:pt x="2630" y="4045"/>
                </a:cubicBezTo>
                <a:cubicBezTo>
                  <a:pt x="2642" y="4045"/>
                  <a:pt x="2655" y="4043"/>
                  <a:pt x="2668" y="4040"/>
                </a:cubicBezTo>
                <a:cubicBezTo>
                  <a:pt x="2894" y="4040"/>
                  <a:pt x="3073" y="3862"/>
                  <a:pt x="3073" y="3635"/>
                </a:cubicBezTo>
                <a:cubicBezTo>
                  <a:pt x="3073" y="3576"/>
                  <a:pt x="3073" y="3528"/>
                  <a:pt x="3049" y="3481"/>
                </a:cubicBezTo>
                <a:close/>
                <a:moveTo>
                  <a:pt x="5251" y="7993"/>
                </a:moveTo>
                <a:lnTo>
                  <a:pt x="5251" y="8160"/>
                </a:lnTo>
                <a:lnTo>
                  <a:pt x="4454" y="8160"/>
                </a:lnTo>
                <a:lnTo>
                  <a:pt x="4454" y="7993"/>
                </a:lnTo>
                <a:close/>
                <a:moveTo>
                  <a:pt x="8109" y="7993"/>
                </a:moveTo>
                <a:lnTo>
                  <a:pt x="8109" y="8160"/>
                </a:lnTo>
                <a:lnTo>
                  <a:pt x="7311" y="8160"/>
                </a:lnTo>
                <a:lnTo>
                  <a:pt x="7311" y="7993"/>
                </a:lnTo>
                <a:close/>
                <a:moveTo>
                  <a:pt x="8454" y="8445"/>
                </a:moveTo>
                <a:cubicBezTo>
                  <a:pt x="8526" y="8445"/>
                  <a:pt x="8573" y="8505"/>
                  <a:pt x="8573" y="8565"/>
                </a:cubicBezTo>
                <a:lnTo>
                  <a:pt x="8573" y="8719"/>
                </a:lnTo>
                <a:lnTo>
                  <a:pt x="4001" y="8719"/>
                </a:lnTo>
                <a:cubicBezTo>
                  <a:pt x="3930" y="8719"/>
                  <a:pt x="3870" y="8779"/>
                  <a:pt x="3870" y="8862"/>
                </a:cubicBezTo>
                <a:cubicBezTo>
                  <a:pt x="3870" y="8934"/>
                  <a:pt x="3930" y="8993"/>
                  <a:pt x="4001" y="8993"/>
                </a:cubicBezTo>
                <a:lnTo>
                  <a:pt x="8728" y="8993"/>
                </a:lnTo>
                <a:cubicBezTo>
                  <a:pt x="8799" y="8993"/>
                  <a:pt x="8859" y="9053"/>
                  <a:pt x="8859" y="9124"/>
                </a:cubicBezTo>
                <a:lnTo>
                  <a:pt x="8859" y="9279"/>
                </a:lnTo>
                <a:lnTo>
                  <a:pt x="715" y="9279"/>
                </a:lnTo>
                <a:lnTo>
                  <a:pt x="715" y="9136"/>
                </a:lnTo>
                <a:cubicBezTo>
                  <a:pt x="715" y="9065"/>
                  <a:pt x="775" y="9005"/>
                  <a:pt x="846" y="9005"/>
                </a:cubicBezTo>
                <a:lnTo>
                  <a:pt x="3323" y="9005"/>
                </a:lnTo>
                <a:cubicBezTo>
                  <a:pt x="3394" y="9005"/>
                  <a:pt x="3454" y="8946"/>
                  <a:pt x="3454" y="8874"/>
                </a:cubicBezTo>
                <a:cubicBezTo>
                  <a:pt x="3454" y="8803"/>
                  <a:pt x="3394" y="8743"/>
                  <a:pt x="3323" y="8743"/>
                </a:cubicBezTo>
                <a:lnTo>
                  <a:pt x="1013" y="8743"/>
                </a:lnTo>
                <a:lnTo>
                  <a:pt x="1013" y="8565"/>
                </a:lnTo>
                <a:cubicBezTo>
                  <a:pt x="1013" y="8481"/>
                  <a:pt x="1072" y="8445"/>
                  <a:pt x="1132" y="8445"/>
                </a:cubicBezTo>
                <a:close/>
                <a:moveTo>
                  <a:pt x="4781" y="1"/>
                </a:moveTo>
                <a:cubicBezTo>
                  <a:pt x="4736" y="1"/>
                  <a:pt x="4692" y="10"/>
                  <a:pt x="4656" y="28"/>
                </a:cubicBezTo>
                <a:lnTo>
                  <a:pt x="810" y="2278"/>
                </a:lnTo>
                <a:cubicBezTo>
                  <a:pt x="787" y="2278"/>
                  <a:pt x="775" y="2290"/>
                  <a:pt x="775" y="2314"/>
                </a:cubicBezTo>
                <a:cubicBezTo>
                  <a:pt x="715" y="2349"/>
                  <a:pt x="667" y="2445"/>
                  <a:pt x="667" y="2516"/>
                </a:cubicBezTo>
                <a:lnTo>
                  <a:pt x="667" y="3219"/>
                </a:lnTo>
                <a:cubicBezTo>
                  <a:pt x="667" y="3350"/>
                  <a:pt x="763" y="3457"/>
                  <a:pt x="882" y="3481"/>
                </a:cubicBezTo>
                <a:cubicBezTo>
                  <a:pt x="858" y="3528"/>
                  <a:pt x="846" y="3564"/>
                  <a:pt x="846" y="3600"/>
                </a:cubicBezTo>
                <a:cubicBezTo>
                  <a:pt x="846" y="3719"/>
                  <a:pt x="882" y="3826"/>
                  <a:pt x="965" y="3921"/>
                </a:cubicBezTo>
                <a:cubicBezTo>
                  <a:pt x="1048" y="4004"/>
                  <a:pt x="1168" y="4052"/>
                  <a:pt x="1263" y="4052"/>
                </a:cubicBezTo>
                <a:cubicBezTo>
                  <a:pt x="1310" y="4052"/>
                  <a:pt x="1358" y="4028"/>
                  <a:pt x="1406" y="4016"/>
                </a:cubicBezTo>
                <a:lnTo>
                  <a:pt x="1406" y="7755"/>
                </a:lnTo>
                <a:cubicBezTo>
                  <a:pt x="1322" y="7803"/>
                  <a:pt x="1287" y="7874"/>
                  <a:pt x="1287" y="7957"/>
                </a:cubicBezTo>
                <a:lnTo>
                  <a:pt x="1287" y="8160"/>
                </a:lnTo>
                <a:lnTo>
                  <a:pt x="1120" y="8160"/>
                </a:lnTo>
                <a:cubicBezTo>
                  <a:pt x="894" y="8160"/>
                  <a:pt x="715" y="8338"/>
                  <a:pt x="715" y="8553"/>
                </a:cubicBezTo>
                <a:lnTo>
                  <a:pt x="715" y="8743"/>
                </a:lnTo>
                <a:cubicBezTo>
                  <a:pt x="548" y="8791"/>
                  <a:pt x="417" y="8946"/>
                  <a:pt x="417" y="9136"/>
                </a:cubicBezTo>
                <a:lnTo>
                  <a:pt x="417" y="9291"/>
                </a:lnTo>
                <a:lnTo>
                  <a:pt x="132" y="9291"/>
                </a:lnTo>
                <a:cubicBezTo>
                  <a:pt x="60" y="9291"/>
                  <a:pt x="1" y="9350"/>
                  <a:pt x="1" y="9422"/>
                </a:cubicBezTo>
                <a:cubicBezTo>
                  <a:pt x="1" y="9493"/>
                  <a:pt x="60" y="9553"/>
                  <a:pt x="132" y="9553"/>
                </a:cubicBezTo>
                <a:lnTo>
                  <a:pt x="9442" y="9553"/>
                </a:lnTo>
                <a:cubicBezTo>
                  <a:pt x="9514" y="9553"/>
                  <a:pt x="9573" y="9493"/>
                  <a:pt x="9573" y="9422"/>
                </a:cubicBezTo>
                <a:cubicBezTo>
                  <a:pt x="9573" y="9350"/>
                  <a:pt x="9514" y="9291"/>
                  <a:pt x="9442" y="9291"/>
                </a:cubicBezTo>
                <a:lnTo>
                  <a:pt x="9157" y="9291"/>
                </a:lnTo>
                <a:lnTo>
                  <a:pt x="9157" y="9136"/>
                </a:lnTo>
                <a:cubicBezTo>
                  <a:pt x="9157" y="8957"/>
                  <a:pt x="9038" y="8803"/>
                  <a:pt x="8859" y="8743"/>
                </a:cubicBezTo>
                <a:lnTo>
                  <a:pt x="8859" y="8565"/>
                </a:lnTo>
                <a:cubicBezTo>
                  <a:pt x="8859" y="8338"/>
                  <a:pt x="8680" y="8160"/>
                  <a:pt x="8454" y="8160"/>
                </a:cubicBezTo>
                <a:lnTo>
                  <a:pt x="8395" y="8160"/>
                </a:lnTo>
                <a:lnTo>
                  <a:pt x="8395" y="7969"/>
                </a:lnTo>
                <a:cubicBezTo>
                  <a:pt x="8395" y="7874"/>
                  <a:pt x="8347" y="7803"/>
                  <a:pt x="8276" y="7755"/>
                </a:cubicBezTo>
                <a:lnTo>
                  <a:pt x="8276" y="4016"/>
                </a:lnTo>
                <a:cubicBezTo>
                  <a:pt x="8310" y="4034"/>
                  <a:pt x="8345" y="4045"/>
                  <a:pt x="8375" y="4045"/>
                </a:cubicBezTo>
                <a:cubicBezTo>
                  <a:pt x="8387" y="4045"/>
                  <a:pt x="8397" y="4043"/>
                  <a:pt x="8407" y="4040"/>
                </a:cubicBezTo>
                <a:cubicBezTo>
                  <a:pt x="8633" y="4040"/>
                  <a:pt x="8811" y="3862"/>
                  <a:pt x="8811" y="3635"/>
                </a:cubicBezTo>
                <a:cubicBezTo>
                  <a:pt x="8811" y="3564"/>
                  <a:pt x="8799" y="3504"/>
                  <a:pt x="8764" y="3421"/>
                </a:cubicBezTo>
                <a:cubicBezTo>
                  <a:pt x="8835" y="3385"/>
                  <a:pt x="8883" y="3290"/>
                  <a:pt x="8883" y="3207"/>
                </a:cubicBezTo>
                <a:lnTo>
                  <a:pt x="8883" y="2504"/>
                </a:lnTo>
                <a:cubicBezTo>
                  <a:pt x="8883" y="2397"/>
                  <a:pt x="8823" y="2314"/>
                  <a:pt x="8740" y="2266"/>
                </a:cubicBezTo>
                <a:lnTo>
                  <a:pt x="4906" y="28"/>
                </a:lnTo>
                <a:cubicBezTo>
                  <a:pt x="4870" y="10"/>
                  <a:pt x="4826" y="1"/>
                  <a:pt x="4781" y="1"/>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96;g35c258be8e5_0_199">
            <a:extLst>
              <a:ext uri="{FF2B5EF4-FFF2-40B4-BE49-F238E27FC236}">
                <a16:creationId xmlns:a16="http://schemas.microsoft.com/office/drawing/2014/main" id="{A34A9F02-BE4A-A93D-10AB-EF89C2B21E7B}"/>
              </a:ext>
            </a:extLst>
          </p:cNvPr>
          <p:cNvSpPr txBox="1">
            <a:spLocks/>
          </p:cNvSpPr>
          <p:nvPr/>
        </p:nvSpPr>
        <p:spPr>
          <a:xfrm>
            <a:off x="603764" y="206607"/>
            <a:ext cx="7198323" cy="1325700"/>
          </a:xfrm>
          <a:prstGeom prst="rect">
            <a:avLst/>
          </a:prstGeom>
          <a:noFill/>
          <a:ln>
            <a:noFill/>
          </a:ln>
        </p:spPr>
        <p:txBody>
          <a:bodyPr spcFirstLastPara="1" wrap="square" lIns="0" tIns="0" rIns="0" bIns="0" anchor="b" anchorCtr="0">
            <a:normAutofit/>
          </a:bodyPr>
          <a:lstStyle>
            <a:lvl1pPr algn="l" defTabSz="914400" rtl="0" eaLnBrk="1" latinLnBrk="0" hangingPunct="1">
              <a:lnSpc>
                <a:spcPct val="90000"/>
              </a:lnSpc>
              <a:spcBef>
                <a:spcPct val="0"/>
              </a:spcBef>
              <a:buNone/>
              <a:defRPr lang="en-US" sz="3200" b="0" i="0" kern="1200">
                <a:solidFill>
                  <a:schemeClr val="tx1"/>
                </a:solidFill>
                <a:latin typeface="Lato Black" panose="020F0502020204030203" pitchFamily="34" charset="77"/>
                <a:ea typeface="+mj-ea"/>
                <a:cs typeface="Prompt" pitchFamily="2" charset="-34"/>
              </a:defRPr>
            </a:lvl1pPr>
          </a:lstStyle>
          <a:p>
            <a:pPr>
              <a:spcBef>
                <a:spcPts val="0"/>
              </a:spcBef>
              <a:buClr>
                <a:schemeClr val="dk1"/>
              </a:buClr>
              <a:buSzPts val="4000"/>
              <a:buFont typeface="Lato"/>
              <a:buNone/>
            </a:pPr>
            <a:r>
              <a:rPr lang="en-US" sz="4000" b="1" dirty="0">
                <a:latin typeface="Lato"/>
                <a:ea typeface="Lato"/>
                <a:cs typeface="Lato"/>
                <a:sym typeface="Lato"/>
              </a:rPr>
              <a:t>AI Adoption</a:t>
            </a:r>
            <a:br>
              <a:rPr lang="en-US" sz="4000" b="1" dirty="0">
                <a:latin typeface="Lato"/>
                <a:ea typeface="Lato"/>
                <a:cs typeface="Lato"/>
                <a:sym typeface="Lato"/>
              </a:rPr>
            </a:br>
            <a:endParaRPr lang="en-US" sz="4000" b="1" dirty="0">
              <a:latin typeface="Lato"/>
              <a:ea typeface="Lato"/>
              <a:cs typeface="Lato"/>
              <a:sym typeface="Lato"/>
            </a:endParaRPr>
          </a:p>
        </p:txBody>
      </p:sp>
      <p:sp>
        <p:nvSpPr>
          <p:cNvPr id="15" name="TextBox 14">
            <a:extLst>
              <a:ext uri="{FF2B5EF4-FFF2-40B4-BE49-F238E27FC236}">
                <a16:creationId xmlns:a16="http://schemas.microsoft.com/office/drawing/2014/main" id="{7303E6C0-D30A-A365-C05A-7B8F84C4935C}"/>
              </a:ext>
            </a:extLst>
          </p:cNvPr>
          <p:cNvSpPr txBox="1"/>
          <p:nvPr/>
        </p:nvSpPr>
        <p:spPr>
          <a:xfrm>
            <a:off x="1572730" y="2512881"/>
            <a:ext cx="4246675" cy="923330"/>
          </a:xfrm>
          <a:prstGeom prst="rect">
            <a:avLst/>
          </a:prstGeom>
          <a:noFill/>
        </p:spPr>
        <p:txBody>
          <a:bodyPr wrap="none" rtlCol="0">
            <a:spAutoFit/>
          </a:bodyPr>
          <a:lstStyle/>
          <a:p>
            <a:pPr marL="285750" indent="-285750" fontAlgn="base">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50–60% of organizations adopting AI</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~25% achieving scaled impact </a:t>
            </a:r>
          </a:p>
          <a:p>
            <a:r>
              <a:rPr lang="en-US" i="1" dirty="0">
                <a:latin typeface="Lato" panose="020F0502020204030203" pitchFamily="34" charset="0"/>
                <a:ea typeface="Lato" panose="020F0502020204030203" pitchFamily="34" charset="0"/>
                <a:cs typeface="Lato" panose="020F0502020204030203" pitchFamily="34" charset="0"/>
              </a:rPr>
              <a:t>-  McKinsey &amp; Company</a:t>
            </a:r>
            <a:endParaRPr lang="en-US"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74604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1C5B86-A805-6CB1-3363-EAADB0B3F0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CF7AE2F-6466-BF64-078F-24EC15E918AD}"/>
              </a:ext>
            </a:extLst>
          </p:cNvPr>
          <p:cNvSpPr txBox="1"/>
          <p:nvPr/>
        </p:nvSpPr>
        <p:spPr>
          <a:xfrm>
            <a:off x="11439868" y="1138066"/>
            <a:ext cx="184731" cy="369332"/>
          </a:xfrm>
          <a:prstGeom prst="rect">
            <a:avLst/>
          </a:prstGeom>
          <a:noFill/>
        </p:spPr>
        <p:txBody>
          <a:bodyPr wrap="none" rtlCol="0">
            <a:spAutoFit/>
          </a:bodyPr>
          <a:lstStyle/>
          <a:p>
            <a:endParaRPr lang="en-US" dirty="0"/>
          </a:p>
        </p:txBody>
      </p:sp>
      <p:sp>
        <p:nvSpPr>
          <p:cNvPr id="14" name="Google Shape;796;g35c258be8e5_0_199">
            <a:extLst>
              <a:ext uri="{FF2B5EF4-FFF2-40B4-BE49-F238E27FC236}">
                <a16:creationId xmlns:a16="http://schemas.microsoft.com/office/drawing/2014/main" id="{DFDDE935-EA22-48AD-E33A-5CBA1A69475A}"/>
              </a:ext>
            </a:extLst>
          </p:cNvPr>
          <p:cNvSpPr txBox="1">
            <a:spLocks/>
          </p:cNvSpPr>
          <p:nvPr/>
        </p:nvSpPr>
        <p:spPr>
          <a:xfrm>
            <a:off x="603764" y="206607"/>
            <a:ext cx="7198323" cy="1325700"/>
          </a:xfrm>
          <a:prstGeom prst="rect">
            <a:avLst/>
          </a:prstGeom>
          <a:noFill/>
          <a:ln>
            <a:noFill/>
          </a:ln>
        </p:spPr>
        <p:txBody>
          <a:bodyPr spcFirstLastPara="1" wrap="square" lIns="0" tIns="0" rIns="0" bIns="0" anchor="b" anchorCtr="0">
            <a:normAutofit/>
          </a:bodyPr>
          <a:lstStyle>
            <a:lvl1pPr algn="l" defTabSz="914400" rtl="0" eaLnBrk="1" latinLnBrk="0" hangingPunct="1">
              <a:lnSpc>
                <a:spcPct val="90000"/>
              </a:lnSpc>
              <a:spcBef>
                <a:spcPct val="0"/>
              </a:spcBef>
              <a:buNone/>
              <a:defRPr lang="en-US" sz="3200" b="0" i="0" kern="1200">
                <a:solidFill>
                  <a:schemeClr val="tx1"/>
                </a:solidFill>
                <a:latin typeface="Lato Black" panose="020F0502020204030203" pitchFamily="34" charset="77"/>
                <a:ea typeface="+mj-ea"/>
                <a:cs typeface="Prompt" pitchFamily="2" charset="-34"/>
              </a:defRPr>
            </a:lvl1pPr>
          </a:lstStyle>
          <a:p>
            <a:pPr>
              <a:spcBef>
                <a:spcPts val="0"/>
              </a:spcBef>
              <a:buClr>
                <a:schemeClr val="dk1"/>
              </a:buClr>
              <a:buSzPts val="4000"/>
              <a:buFont typeface="Lato"/>
              <a:buNone/>
            </a:pPr>
            <a:r>
              <a:rPr lang="en-US" sz="4000" b="1" dirty="0">
                <a:latin typeface="Lato"/>
                <a:ea typeface="Lato"/>
                <a:cs typeface="Lato"/>
                <a:sym typeface="Lato"/>
              </a:rPr>
              <a:t>Challenges</a:t>
            </a:r>
            <a:br>
              <a:rPr lang="en-US" sz="4000" b="1" dirty="0">
                <a:latin typeface="Lato"/>
                <a:ea typeface="Lato"/>
                <a:cs typeface="Lato"/>
                <a:sym typeface="Lato"/>
              </a:rPr>
            </a:br>
            <a:endParaRPr lang="en-US" sz="4000" b="1" dirty="0">
              <a:latin typeface="Lato"/>
              <a:ea typeface="Lato"/>
              <a:cs typeface="Lato"/>
              <a:sym typeface="Lato"/>
            </a:endParaRPr>
          </a:p>
        </p:txBody>
      </p:sp>
      <p:grpSp>
        <p:nvGrpSpPr>
          <p:cNvPr id="90" name="Group 89">
            <a:extLst>
              <a:ext uri="{FF2B5EF4-FFF2-40B4-BE49-F238E27FC236}">
                <a16:creationId xmlns:a16="http://schemas.microsoft.com/office/drawing/2014/main" id="{388ED7B3-EA56-90B2-AC79-9A0E40650A7C}"/>
              </a:ext>
            </a:extLst>
          </p:cNvPr>
          <p:cNvGrpSpPr/>
          <p:nvPr/>
        </p:nvGrpSpPr>
        <p:grpSpPr>
          <a:xfrm>
            <a:off x="1843078" y="4302445"/>
            <a:ext cx="2291411" cy="387785"/>
            <a:chOff x="265109" y="3758361"/>
            <a:chExt cx="2291411" cy="387785"/>
          </a:xfrm>
        </p:grpSpPr>
        <p:grpSp>
          <p:nvGrpSpPr>
            <p:cNvPr id="37" name="Google Shape;14139;p90">
              <a:extLst>
                <a:ext uri="{FF2B5EF4-FFF2-40B4-BE49-F238E27FC236}">
                  <a16:creationId xmlns:a16="http://schemas.microsoft.com/office/drawing/2014/main" id="{478FC792-5E26-396C-56C9-FE9555658425}"/>
                </a:ext>
              </a:extLst>
            </p:cNvPr>
            <p:cNvGrpSpPr>
              <a:grpSpLocks noChangeAspect="1"/>
            </p:cNvGrpSpPr>
            <p:nvPr/>
          </p:nvGrpSpPr>
          <p:grpSpPr>
            <a:xfrm>
              <a:off x="265109" y="3779736"/>
              <a:ext cx="599844" cy="366410"/>
              <a:chOff x="7009649" y="1541981"/>
              <a:chExt cx="524940" cy="320655"/>
            </a:xfrm>
          </p:grpSpPr>
          <p:sp>
            <p:nvSpPr>
              <p:cNvPr id="38" name="Google Shape;14140;p90">
                <a:extLst>
                  <a:ext uri="{FF2B5EF4-FFF2-40B4-BE49-F238E27FC236}">
                    <a16:creationId xmlns:a16="http://schemas.microsoft.com/office/drawing/2014/main" id="{B4E0B05D-0764-3480-B7E1-28AA6E0BCD07}"/>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141;p90">
                <a:extLst>
                  <a:ext uri="{FF2B5EF4-FFF2-40B4-BE49-F238E27FC236}">
                    <a16:creationId xmlns:a16="http://schemas.microsoft.com/office/drawing/2014/main" id="{193E2316-ADDC-A5D3-2DDA-411971A2A218}"/>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142;p90">
                <a:extLst>
                  <a:ext uri="{FF2B5EF4-FFF2-40B4-BE49-F238E27FC236}">
                    <a16:creationId xmlns:a16="http://schemas.microsoft.com/office/drawing/2014/main" id="{053A40BB-AA33-8288-D359-E5535C13C5D9}"/>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143;p90">
                <a:extLst>
                  <a:ext uri="{FF2B5EF4-FFF2-40B4-BE49-F238E27FC236}">
                    <a16:creationId xmlns:a16="http://schemas.microsoft.com/office/drawing/2014/main" id="{47956E58-AE17-44E2-EF8C-12C2752C454D}"/>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144;p90">
                <a:extLst>
                  <a:ext uri="{FF2B5EF4-FFF2-40B4-BE49-F238E27FC236}">
                    <a16:creationId xmlns:a16="http://schemas.microsoft.com/office/drawing/2014/main" id="{2C098604-0F49-6341-7907-4D75DE70E282}"/>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145;p90">
                <a:extLst>
                  <a:ext uri="{FF2B5EF4-FFF2-40B4-BE49-F238E27FC236}">
                    <a16:creationId xmlns:a16="http://schemas.microsoft.com/office/drawing/2014/main" id="{499EEBE6-015E-B3CC-2EB8-73F4A3CE3DDD}"/>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146;p90">
                <a:extLst>
                  <a:ext uri="{FF2B5EF4-FFF2-40B4-BE49-F238E27FC236}">
                    <a16:creationId xmlns:a16="http://schemas.microsoft.com/office/drawing/2014/main" id="{195284F3-4D83-5400-3045-97754D5F0AFD}"/>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147;p90">
                <a:extLst>
                  <a:ext uri="{FF2B5EF4-FFF2-40B4-BE49-F238E27FC236}">
                    <a16:creationId xmlns:a16="http://schemas.microsoft.com/office/drawing/2014/main" id="{4FAA8783-AFA6-52D2-40BA-92A7BD198D79}"/>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TextBox 75">
              <a:extLst>
                <a:ext uri="{FF2B5EF4-FFF2-40B4-BE49-F238E27FC236}">
                  <a16:creationId xmlns:a16="http://schemas.microsoft.com/office/drawing/2014/main" id="{216C3BAE-4B86-000E-D228-AC101869FFAD}"/>
                </a:ext>
              </a:extLst>
            </p:cNvPr>
            <p:cNvSpPr txBox="1"/>
            <p:nvPr/>
          </p:nvSpPr>
          <p:spPr>
            <a:xfrm>
              <a:off x="876252" y="3758361"/>
              <a:ext cx="1680268" cy="369332"/>
            </a:xfrm>
            <a:prstGeom prst="rect">
              <a:avLst/>
            </a:prstGeom>
            <a:noFill/>
          </p:spPr>
          <p:txBody>
            <a:bodyPr wrap="non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Learning Paths</a:t>
              </a:r>
            </a:p>
          </p:txBody>
        </p:sp>
      </p:grpSp>
      <p:grpSp>
        <p:nvGrpSpPr>
          <p:cNvPr id="89" name="Group 88">
            <a:extLst>
              <a:ext uri="{FF2B5EF4-FFF2-40B4-BE49-F238E27FC236}">
                <a16:creationId xmlns:a16="http://schemas.microsoft.com/office/drawing/2014/main" id="{AD2D1DAB-0310-250C-15BC-C4CEC2C60BC1}"/>
              </a:ext>
            </a:extLst>
          </p:cNvPr>
          <p:cNvGrpSpPr/>
          <p:nvPr/>
        </p:nvGrpSpPr>
        <p:grpSpPr>
          <a:xfrm>
            <a:off x="117467" y="3429155"/>
            <a:ext cx="1422769" cy="369332"/>
            <a:chOff x="117467" y="3120681"/>
            <a:chExt cx="1422769" cy="369332"/>
          </a:xfrm>
        </p:grpSpPr>
        <p:grpSp>
          <p:nvGrpSpPr>
            <p:cNvPr id="26" name="Google Shape;13612;p90">
              <a:extLst>
                <a:ext uri="{FF2B5EF4-FFF2-40B4-BE49-F238E27FC236}">
                  <a16:creationId xmlns:a16="http://schemas.microsoft.com/office/drawing/2014/main" id="{907D208E-8B4A-9F12-BC31-443DFB71B6D2}"/>
                </a:ext>
              </a:extLst>
            </p:cNvPr>
            <p:cNvGrpSpPr>
              <a:grpSpLocks noChangeAspect="1"/>
            </p:cNvGrpSpPr>
            <p:nvPr/>
          </p:nvGrpSpPr>
          <p:grpSpPr>
            <a:xfrm>
              <a:off x="117467" y="3146253"/>
              <a:ext cx="494968" cy="329506"/>
              <a:chOff x="4629306" y="3409193"/>
              <a:chExt cx="367255" cy="244486"/>
            </a:xfrm>
          </p:grpSpPr>
          <p:sp>
            <p:nvSpPr>
              <p:cNvPr id="27" name="Google Shape;13613;p90">
                <a:extLst>
                  <a:ext uri="{FF2B5EF4-FFF2-40B4-BE49-F238E27FC236}">
                    <a16:creationId xmlns:a16="http://schemas.microsoft.com/office/drawing/2014/main" id="{074E7D37-4574-0D0A-1BE7-6070B7BB5448}"/>
                  </a:ext>
                </a:extLst>
              </p:cNvPr>
              <p:cNvSpPr/>
              <p:nvPr/>
            </p:nvSpPr>
            <p:spPr>
              <a:xfrm>
                <a:off x="4629306" y="3409193"/>
                <a:ext cx="367255" cy="244486"/>
              </a:xfrm>
              <a:custGeom>
                <a:avLst/>
                <a:gdLst/>
                <a:ahLst/>
                <a:cxnLst/>
                <a:rect l="l" t="t" r="r" b="b"/>
                <a:pathLst>
                  <a:path w="11538" h="7681" extrusionOk="0">
                    <a:moveTo>
                      <a:pt x="10966" y="358"/>
                    </a:moveTo>
                    <a:cubicBezTo>
                      <a:pt x="11085" y="358"/>
                      <a:pt x="11181" y="453"/>
                      <a:pt x="11181" y="572"/>
                    </a:cubicBezTo>
                    <a:lnTo>
                      <a:pt x="11181" y="7121"/>
                    </a:lnTo>
                    <a:cubicBezTo>
                      <a:pt x="11181" y="7240"/>
                      <a:pt x="11085" y="7323"/>
                      <a:pt x="10966" y="7323"/>
                    </a:cubicBezTo>
                    <a:lnTo>
                      <a:pt x="560" y="7323"/>
                    </a:lnTo>
                    <a:cubicBezTo>
                      <a:pt x="441" y="7323"/>
                      <a:pt x="358" y="7240"/>
                      <a:pt x="358" y="7121"/>
                    </a:cubicBezTo>
                    <a:lnTo>
                      <a:pt x="358" y="572"/>
                    </a:lnTo>
                    <a:cubicBezTo>
                      <a:pt x="358" y="453"/>
                      <a:pt x="441" y="358"/>
                      <a:pt x="560" y="358"/>
                    </a:cubicBezTo>
                    <a:close/>
                    <a:moveTo>
                      <a:pt x="560" y="1"/>
                    </a:moveTo>
                    <a:cubicBezTo>
                      <a:pt x="251" y="1"/>
                      <a:pt x="1" y="263"/>
                      <a:pt x="1" y="572"/>
                    </a:cubicBezTo>
                    <a:lnTo>
                      <a:pt x="1" y="7121"/>
                    </a:lnTo>
                    <a:cubicBezTo>
                      <a:pt x="1" y="7430"/>
                      <a:pt x="251" y="7680"/>
                      <a:pt x="560" y="7680"/>
                    </a:cubicBezTo>
                    <a:lnTo>
                      <a:pt x="10966" y="7680"/>
                    </a:lnTo>
                    <a:cubicBezTo>
                      <a:pt x="11276" y="7680"/>
                      <a:pt x="11526" y="7430"/>
                      <a:pt x="11526" y="7121"/>
                    </a:cubicBezTo>
                    <a:lnTo>
                      <a:pt x="11526" y="572"/>
                    </a:lnTo>
                    <a:cubicBezTo>
                      <a:pt x="11538" y="263"/>
                      <a:pt x="11276" y="1"/>
                      <a:pt x="1096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614;p90">
                <a:extLst>
                  <a:ext uri="{FF2B5EF4-FFF2-40B4-BE49-F238E27FC236}">
                    <a16:creationId xmlns:a16="http://schemas.microsoft.com/office/drawing/2014/main" id="{FD5D7D64-E74F-147D-D506-74C21728A077}"/>
                  </a:ext>
                </a:extLst>
              </p:cNvPr>
              <p:cNvSpPr/>
              <p:nvPr/>
            </p:nvSpPr>
            <p:spPr>
              <a:xfrm>
                <a:off x="4665688" y="3433447"/>
                <a:ext cx="294109" cy="195595"/>
              </a:xfrm>
              <a:custGeom>
                <a:avLst/>
                <a:gdLst/>
                <a:ahLst/>
                <a:cxnLst/>
                <a:rect l="l" t="t" r="r" b="b"/>
                <a:pathLst>
                  <a:path w="9240" h="6145" extrusionOk="0">
                    <a:moveTo>
                      <a:pt x="8871" y="370"/>
                    </a:moveTo>
                    <a:lnTo>
                      <a:pt x="8871" y="5787"/>
                    </a:lnTo>
                    <a:lnTo>
                      <a:pt x="370" y="5787"/>
                    </a:lnTo>
                    <a:lnTo>
                      <a:pt x="370" y="370"/>
                    </a:lnTo>
                    <a:close/>
                    <a:moveTo>
                      <a:pt x="179" y="1"/>
                    </a:moveTo>
                    <a:cubicBezTo>
                      <a:pt x="72" y="1"/>
                      <a:pt x="1" y="72"/>
                      <a:pt x="1" y="179"/>
                    </a:cubicBezTo>
                    <a:lnTo>
                      <a:pt x="1" y="5966"/>
                    </a:lnTo>
                    <a:cubicBezTo>
                      <a:pt x="1" y="6073"/>
                      <a:pt x="72" y="6144"/>
                      <a:pt x="179" y="6144"/>
                    </a:cubicBezTo>
                    <a:lnTo>
                      <a:pt x="9049" y="6144"/>
                    </a:lnTo>
                    <a:cubicBezTo>
                      <a:pt x="9157" y="6144"/>
                      <a:pt x="9228" y="6073"/>
                      <a:pt x="9228" y="5966"/>
                    </a:cubicBezTo>
                    <a:lnTo>
                      <a:pt x="9228" y="179"/>
                    </a:lnTo>
                    <a:cubicBezTo>
                      <a:pt x="9240" y="96"/>
                      <a:pt x="9157" y="1"/>
                      <a:pt x="904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615;p90">
                <a:extLst>
                  <a:ext uri="{FF2B5EF4-FFF2-40B4-BE49-F238E27FC236}">
                    <a16:creationId xmlns:a16="http://schemas.microsoft.com/office/drawing/2014/main" id="{6C97D0BC-96F2-CC1B-36A9-8B0BA46A0112}"/>
                  </a:ext>
                </a:extLst>
              </p:cNvPr>
              <p:cNvSpPr/>
              <p:nvPr/>
            </p:nvSpPr>
            <p:spPr>
              <a:xfrm>
                <a:off x="4647895" y="3519866"/>
                <a:ext cx="11395" cy="23522"/>
              </a:xfrm>
              <a:custGeom>
                <a:avLst/>
                <a:gdLst/>
                <a:ahLst/>
                <a:cxnLst/>
                <a:rect l="l" t="t" r="r" b="b"/>
                <a:pathLst>
                  <a:path w="358" h="739" extrusionOk="0">
                    <a:moveTo>
                      <a:pt x="179" y="0"/>
                    </a:moveTo>
                    <a:cubicBezTo>
                      <a:pt x="72" y="0"/>
                      <a:pt x="0" y="72"/>
                      <a:pt x="0" y="179"/>
                    </a:cubicBezTo>
                    <a:lnTo>
                      <a:pt x="0" y="560"/>
                    </a:lnTo>
                    <a:cubicBezTo>
                      <a:pt x="0" y="667"/>
                      <a:pt x="72" y="739"/>
                      <a:pt x="179" y="739"/>
                    </a:cubicBezTo>
                    <a:cubicBezTo>
                      <a:pt x="274" y="739"/>
                      <a:pt x="357" y="667"/>
                      <a:pt x="357" y="560"/>
                    </a:cubicBezTo>
                    <a:lnTo>
                      <a:pt x="357" y="179"/>
                    </a:lnTo>
                    <a:cubicBezTo>
                      <a:pt x="357" y="72"/>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616;p90">
                <a:extLst>
                  <a:ext uri="{FF2B5EF4-FFF2-40B4-BE49-F238E27FC236}">
                    <a16:creationId xmlns:a16="http://schemas.microsoft.com/office/drawing/2014/main" id="{098D1C6B-F403-48B1-A16A-DE72E08193CE}"/>
                  </a:ext>
                </a:extLst>
              </p:cNvPr>
              <p:cNvSpPr/>
              <p:nvPr/>
            </p:nvSpPr>
            <p:spPr>
              <a:xfrm>
                <a:off x="4966609" y="3513404"/>
                <a:ext cx="11395" cy="36063"/>
              </a:xfrm>
              <a:custGeom>
                <a:avLst/>
                <a:gdLst/>
                <a:ahLst/>
                <a:cxnLst/>
                <a:rect l="l" t="t" r="r" b="b"/>
                <a:pathLst>
                  <a:path w="358" h="1133" extrusionOk="0">
                    <a:moveTo>
                      <a:pt x="179" y="1"/>
                    </a:moveTo>
                    <a:cubicBezTo>
                      <a:pt x="72" y="1"/>
                      <a:pt x="0" y="84"/>
                      <a:pt x="0" y="180"/>
                    </a:cubicBezTo>
                    <a:lnTo>
                      <a:pt x="0" y="953"/>
                    </a:lnTo>
                    <a:cubicBezTo>
                      <a:pt x="0" y="1061"/>
                      <a:pt x="72" y="1132"/>
                      <a:pt x="179" y="1132"/>
                    </a:cubicBezTo>
                    <a:cubicBezTo>
                      <a:pt x="286" y="1132"/>
                      <a:pt x="357" y="1061"/>
                      <a:pt x="357" y="953"/>
                    </a:cubicBezTo>
                    <a:lnTo>
                      <a:pt x="357" y="180"/>
                    </a:lnTo>
                    <a:cubicBezTo>
                      <a:pt x="357" y="84"/>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617;p90">
                <a:extLst>
                  <a:ext uri="{FF2B5EF4-FFF2-40B4-BE49-F238E27FC236}">
                    <a16:creationId xmlns:a16="http://schemas.microsoft.com/office/drawing/2014/main" id="{D0A96EF8-1955-2784-5F3E-8CB8D8356068}"/>
                  </a:ext>
                </a:extLst>
              </p:cNvPr>
              <p:cNvSpPr/>
              <p:nvPr/>
            </p:nvSpPr>
            <p:spPr>
              <a:xfrm>
                <a:off x="4966609" y="3433447"/>
                <a:ext cx="11777" cy="11395"/>
              </a:xfrm>
              <a:custGeom>
                <a:avLst/>
                <a:gdLst/>
                <a:ahLst/>
                <a:cxnLst/>
                <a:rect l="l" t="t" r="r" b="b"/>
                <a:pathLst>
                  <a:path w="370" h="358" extrusionOk="0">
                    <a:moveTo>
                      <a:pt x="179" y="1"/>
                    </a:moveTo>
                    <a:cubicBezTo>
                      <a:pt x="72" y="1"/>
                      <a:pt x="0" y="72"/>
                      <a:pt x="0" y="179"/>
                    </a:cubicBezTo>
                    <a:cubicBezTo>
                      <a:pt x="0" y="286"/>
                      <a:pt x="84" y="358"/>
                      <a:pt x="179" y="358"/>
                    </a:cubicBezTo>
                    <a:cubicBezTo>
                      <a:pt x="286" y="358"/>
                      <a:pt x="357" y="286"/>
                      <a:pt x="357" y="179"/>
                    </a:cubicBezTo>
                    <a:cubicBezTo>
                      <a:pt x="369" y="96"/>
                      <a:pt x="286"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618;p90">
                <a:extLst>
                  <a:ext uri="{FF2B5EF4-FFF2-40B4-BE49-F238E27FC236}">
                    <a16:creationId xmlns:a16="http://schemas.microsoft.com/office/drawing/2014/main" id="{F15F3A21-C899-81E5-4F05-68200763FA57}"/>
                  </a:ext>
                </a:extLst>
              </p:cNvPr>
              <p:cNvSpPr/>
              <p:nvPr/>
            </p:nvSpPr>
            <p:spPr>
              <a:xfrm>
                <a:off x="4647895" y="3488799"/>
                <a:ext cx="11395" cy="17825"/>
              </a:xfrm>
              <a:custGeom>
                <a:avLst/>
                <a:gdLst/>
                <a:ahLst/>
                <a:cxnLst/>
                <a:rect l="l" t="t" r="r" b="b"/>
                <a:pathLst>
                  <a:path w="358" h="560" extrusionOk="0">
                    <a:moveTo>
                      <a:pt x="179" y="0"/>
                    </a:moveTo>
                    <a:cubicBezTo>
                      <a:pt x="72" y="0"/>
                      <a:pt x="0" y="83"/>
                      <a:pt x="0" y="179"/>
                    </a:cubicBezTo>
                    <a:lnTo>
                      <a:pt x="0" y="381"/>
                    </a:lnTo>
                    <a:cubicBezTo>
                      <a:pt x="0" y="476"/>
                      <a:pt x="72" y="560"/>
                      <a:pt x="179" y="560"/>
                    </a:cubicBezTo>
                    <a:cubicBezTo>
                      <a:pt x="274" y="560"/>
                      <a:pt x="357" y="476"/>
                      <a:pt x="357" y="381"/>
                    </a:cubicBezTo>
                    <a:lnTo>
                      <a:pt x="357" y="179"/>
                    </a:lnTo>
                    <a:cubicBezTo>
                      <a:pt x="357" y="83"/>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3619;p90">
                <a:extLst>
                  <a:ext uri="{FF2B5EF4-FFF2-40B4-BE49-F238E27FC236}">
                    <a16:creationId xmlns:a16="http://schemas.microsoft.com/office/drawing/2014/main" id="{5F3D82DD-A280-4303-D5A3-595BF879FFDD}"/>
                  </a:ext>
                </a:extLst>
              </p:cNvPr>
              <p:cNvSpPr/>
              <p:nvPr/>
            </p:nvSpPr>
            <p:spPr>
              <a:xfrm>
                <a:off x="4647895" y="3556247"/>
                <a:ext cx="11395" cy="17475"/>
              </a:xfrm>
              <a:custGeom>
                <a:avLst/>
                <a:gdLst/>
                <a:ahLst/>
                <a:cxnLst/>
                <a:rect l="l" t="t" r="r" b="b"/>
                <a:pathLst>
                  <a:path w="358" h="549" extrusionOk="0">
                    <a:moveTo>
                      <a:pt x="179" y="0"/>
                    </a:moveTo>
                    <a:cubicBezTo>
                      <a:pt x="72" y="0"/>
                      <a:pt x="0" y="72"/>
                      <a:pt x="0" y="179"/>
                    </a:cubicBezTo>
                    <a:lnTo>
                      <a:pt x="0" y="369"/>
                    </a:lnTo>
                    <a:cubicBezTo>
                      <a:pt x="0" y="477"/>
                      <a:pt x="72" y="548"/>
                      <a:pt x="179" y="548"/>
                    </a:cubicBezTo>
                    <a:cubicBezTo>
                      <a:pt x="274" y="548"/>
                      <a:pt x="357" y="477"/>
                      <a:pt x="357" y="369"/>
                    </a:cubicBezTo>
                    <a:lnTo>
                      <a:pt x="357" y="179"/>
                    </a:lnTo>
                    <a:cubicBezTo>
                      <a:pt x="357" y="84"/>
                      <a:pt x="27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620;p90">
                <a:extLst>
                  <a:ext uri="{FF2B5EF4-FFF2-40B4-BE49-F238E27FC236}">
                    <a16:creationId xmlns:a16="http://schemas.microsoft.com/office/drawing/2014/main" id="{863D79D4-8D6D-7B0F-24AD-ACC68307ABD5}"/>
                  </a:ext>
                </a:extLst>
              </p:cNvPr>
              <p:cNvSpPr/>
              <p:nvPr/>
            </p:nvSpPr>
            <p:spPr>
              <a:xfrm>
                <a:off x="4690324" y="3574804"/>
                <a:ext cx="244486" cy="36032"/>
              </a:xfrm>
              <a:custGeom>
                <a:avLst/>
                <a:gdLst/>
                <a:ahLst/>
                <a:cxnLst/>
                <a:rect l="l" t="t" r="r" b="b"/>
                <a:pathLst>
                  <a:path w="7681" h="1132" extrusionOk="0">
                    <a:moveTo>
                      <a:pt x="1727" y="358"/>
                    </a:moveTo>
                    <a:cubicBezTo>
                      <a:pt x="1846" y="358"/>
                      <a:pt x="1941" y="441"/>
                      <a:pt x="1941" y="560"/>
                    </a:cubicBezTo>
                    <a:cubicBezTo>
                      <a:pt x="1941" y="679"/>
                      <a:pt x="1846" y="775"/>
                      <a:pt x="1727" y="775"/>
                    </a:cubicBezTo>
                    <a:cubicBezTo>
                      <a:pt x="1608" y="775"/>
                      <a:pt x="1525" y="679"/>
                      <a:pt x="1525" y="560"/>
                    </a:cubicBezTo>
                    <a:cubicBezTo>
                      <a:pt x="1525" y="441"/>
                      <a:pt x="1608" y="358"/>
                      <a:pt x="1727" y="358"/>
                    </a:cubicBezTo>
                    <a:close/>
                    <a:moveTo>
                      <a:pt x="1727" y="1"/>
                    </a:moveTo>
                    <a:cubicBezTo>
                      <a:pt x="1477" y="1"/>
                      <a:pt x="1263" y="156"/>
                      <a:pt x="1191" y="382"/>
                    </a:cubicBezTo>
                    <a:lnTo>
                      <a:pt x="179" y="382"/>
                    </a:lnTo>
                    <a:cubicBezTo>
                      <a:pt x="72" y="382"/>
                      <a:pt x="1" y="453"/>
                      <a:pt x="1" y="560"/>
                    </a:cubicBezTo>
                    <a:cubicBezTo>
                      <a:pt x="1" y="668"/>
                      <a:pt x="72" y="739"/>
                      <a:pt x="179" y="739"/>
                    </a:cubicBezTo>
                    <a:lnTo>
                      <a:pt x="1191" y="739"/>
                    </a:lnTo>
                    <a:cubicBezTo>
                      <a:pt x="1263" y="965"/>
                      <a:pt x="1477" y="1132"/>
                      <a:pt x="1727" y="1132"/>
                    </a:cubicBezTo>
                    <a:cubicBezTo>
                      <a:pt x="1977" y="1132"/>
                      <a:pt x="2191" y="965"/>
                      <a:pt x="2263" y="739"/>
                    </a:cubicBezTo>
                    <a:lnTo>
                      <a:pt x="7502" y="739"/>
                    </a:lnTo>
                    <a:cubicBezTo>
                      <a:pt x="7609" y="739"/>
                      <a:pt x="7680" y="668"/>
                      <a:pt x="7680" y="560"/>
                    </a:cubicBezTo>
                    <a:cubicBezTo>
                      <a:pt x="7680" y="453"/>
                      <a:pt x="7609" y="382"/>
                      <a:pt x="7513" y="382"/>
                    </a:cubicBezTo>
                    <a:lnTo>
                      <a:pt x="2263" y="382"/>
                    </a:lnTo>
                    <a:cubicBezTo>
                      <a:pt x="2191" y="156"/>
                      <a:pt x="1977" y="1"/>
                      <a:pt x="17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621;p90">
                <a:extLst>
                  <a:ext uri="{FF2B5EF4-FFF2-40B4-BE49-F238E27FC236}">
                    <a16:creationId xmlns:a16="http://schemas.microsoft.com/office/drawing/2014/main" id="{ED673FC0-2D44-3EF6-217E-9A65C2326324}"/>
                  </a:ext>
                </a:extLst>
              </p:cNvPr>
              <p:cNvSpPr/>
              <p:nvPr/>
            </p:nvSpPr>
            <p:spPr>
              <a:xfrm>
                <a:off x="4788870" y="3486635"/>
                <a:ext cx="53092" cy="52965"/>
              </a:xfrm>
              <a:custGeom>
                <a:avLst/>
                <a:gdLst/>
                <a:ahLst/>
                <a:cxnLst/>
                <a:rect l="l" t="t" r="r" b="b"/>
                <a:pathLst>
                  <a:path w="1668" h="1664" extrusionOk="0">
                    <a:moveTo>
                      <a:pt x="357" y="354"/>
                    </a:moveTo>
                    <a:lnTo>
                      <a:pt x="1286" y="818"/>
                    </a:lnTo>
                    <a:cubicBezTo>
                      <a:pt x="1298" y="818"/>
                      <a:pt x="1298" y="830"/>
                      <a:pt x="1298" y="842"/>
                    </a:cubicBezTo>
                    <a:lnTo>
                      <a:pt x="369" y="1306"/>
                    </a:lnTo>
                    <a:lnTo>
                      <a:pt x="357" y="1306"/>
                    </a:lnTo>
                    <a:lnTo>
                      <a:pt x="357" y="1294"/>
                    </a:lnTo>
                    <a:lnTo>
                      <a:pt x="357" y="366"/>
                    </a:lnTo>
                    <a:lnTo>
                      <a:pt x="357" y="354"/>
                    </a:lnTo>
                    <a:close/>
                    <a:moveTo>
                      <a:pt x="361" y="1"/>
                    </a:moveTo>
                    <a:cubicBezTo>
                      <a:pt x="297" y="1"/>
                      <a:pt x="235" y="19"/>
                      <a:pt x="179" y="56"/>
                    </a:cubicBezTo>
                    <a:cubicBezTo>
                      <a:pt x="72" y="128"/>
                      <a:pt x="0" y="247"/>
                      <a:pt x="0" y="366"/>
                    </a:cubicBezTo>
                    <a:lnTo>
                      <a:pt x="0" y="1294"/>
                    </a:lnTo>
                    <a:cubicBezTo>
                      <a:pt x="0" y="1425"/>
                      <a:pt x="60" y="1544"/>
                      <a:pt x="179" y="1604"/>
                    </a:cubicBezTo>
                    <a:cubicBezTo>
                      <a:pt x="238" y="1652"/>
                      <a:pt x="310" y="1663"/>
                      <a:pt x="369" y="1663"/>
                    </a:cubicBezTo>
                    <a:cubicBezTo>
                      <a:pt x="429" y="1663"/>
                      <a:pt x="488" y="1652"/>
                      <a:pt x="536" y="1616"/>
                    </a:cubicBezTo>
                    <a:lnTo>
                      <a:pt x="1465" y="1163"/>
                    </a:lnTo>
                    <a:cubicBezTo>
                      <a:pt x="1596" y="1104"/>
                      <a:pt x="1667" y="961"/>
                      <a:pt x="1667" y="830"/>
                    </a:cubicBezTo>
                    <a:cubicBezTo>
                      <a:pt x="1655" y="687"/>
                      <a:pt x="1584" y="568"/>
                      <a:pt x="1465" y="509"/>
                    </a:cubicBezTo>
                    <a:lnTo>
                      <a:pt x="536" y="44"/>
                    </a:lnTo>
                    <a:cubicBezTo>
                      <a:pt x="479" y="16"/>
                      <a:pt x="420" y="1"/>
                      <a:pt x="36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622;p90">
                <a:extLst>
                  <a:ext uri="{FF2B5EF4-FFF2-40B4-BE49-F238E27FC236}">
                    <a16:creationId xmlns:a16="http://schemas.microsoft.com/office/drawing/2014/main" id="{5DB867E0-F6D0-3C9C-F36A-4ED999080499}"/>
                  </a:ext>
                </a:extLst>
              </p:cNvPr>
              <p:cNvSpPr/>
              <p:nvPr/>
            </p:nvSpPr>
            <p:spPr>
              <a:xfrm>
                <a:off x="4745645" y="3458084"/>
                <a:ext cx="134195" cy="109941"/>
              </a:xfrm>
              <a:custGeom>
                <a:avLst/>
                <a:gdLst/>
                <a:ahLst/>
                <a:cxnLst/>
                <a:rect l="l" t="t" r="r" b="b"/>
                <a:pathLst>
                  <a:path w="4216" h="3454" extrusionOk="0">
                    <a:moveTo>
                      <a:pt x="3263" y="358"/>
                    </a:moveTo>
                    <a:cubicBezTo>
                      <a:pt x="3597" y="358"/>
                      <a:pt x="3859" y="632"/>
                      <a:pt x="3859" y="953"/>
                    </a:cubicBezTo>
                    <a:lnTo>
                      <a:pt x="3859" y="2501"/>
                    </a:lnTo>
                    <a:cubicBezTo>
                      <a:pt x="3859" y="2834"/>
                      <a:pt x="3597" y="3096"/>
                      <a:pt x="3263" y="3096"/>
                    </a:cubicBezTo>
                    <a:lnTo>
                      <a:pt x="953" y="3096"/>
                    </a:lnTo>
                    <a:cubicBezTo>
                      <a:pt x="632" y="3096"/>
                      <a:pt x="358" y="2834"/>
                      <a:pt x="358" y="2501"/>
                    </a:cubicBezTo>
                    <a:lnTo>
                      <a:pt x="358" y="953"/>
                    </a:lnTo>
                    <a:cubicBezTo>
                      <a:pt x="358" y="632"/>
                      <a:pt x="632" y="358"/>
                      <a:pt x="953" y="358"/>
                    </a:cubicBezTo>
                    <a:close/>
                    <a:moveTo>
                      <a:pt x="953" y="1"/>
                    </a:moveTo>
                    <a:cubicBezTo>
                      <a:pt x="441" y="1"/>
                      <a:pt x="1" y="429"/>
                      <a:pt x="1" y="953"/>
                    </a:cubicBezTo>
                    <a:lnTo>
                      <a:pt x="1" y="2501"/>
                    </a:lnTo>
                    <a:cubicBezTo>
                      <a:pt x="1" y="3025"/>
                      <a:pt x="441" y="3453"/>
                      <a:pt x="953" y="3453"/>
                    </a:cubicBezTo>
                    <a:lnTo>
                      <a:pt x="3263" y="3453"/>
                    </a:lnTo>
                    <a:cubicBezTo>
                      <a:pt x="3787" y="3453"/>
                      <a:pt x="4216" y="3025"/>
                      <a:pt x="4216" y="2501"/>
                    </a:cubicBezTo>
                    <a:lnTo>
                      <a:pt x="4216" y="953"/>
                    </a:lnTo>
                    <a:cubicBezTo>
                      <a:pt x="4216" y="429"/>
                      <a:pt x="3799" y="1"/>
                      <a:pt x="326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 name="TextBox 76">
              <a:extLst>
                <a:ext uri="{FF2B5EF4-FFF2-40B4-BE49-F238E27FC236}">
                  <a16:creationId xmlns:a16="http://schemas.microsoft.com/office/drawing/2014/main" id="{AF9E80A6-243F-D5A4-59B8-F6355D2F7B6C}"/>
                </a:ext>
              </a:extLst>
            </p:cNvPr>
            <p:cNvSpPr txBox="1"/>
            <p:nvPr/>
          </p:nvSpPr>
          <p:spPr>
            <a:xfrm>
              <a:off x="661469" y="3120681"/>
              <a:ext cx="878767" cy="369332"/>
            </a:xfrm>
            <a:prstGeom prst="rect">
              <a:avLst/>
            </a:prstGeom>
            <a:noFill/>
          </p:spPr>
          <p:txBody>
            <a:bodyPr wrap="non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Videos</a:t>
              </a:r>
            </a:p>
          </p:txBody>
        </p:sp>
      </p:grpSp>
      <p:grpSp>
        <p:nvGrpSpPr>
          <p:cNvPr id="88" name="Group 87">
            <a:extLst>
              <a:ext uri="{FF2B5EF4-FFF2-40B4-BE49-F238E27FC236}">
                <a16:creationId xmlns:a16="http://schemas.microsoft.com/office/drawing/2014/main" id="{CB10209D-7A99-C8B0-A976-E67AA14336A8}"/>
              </a:ext>
            </a:extLst>
          </p:cNvPr>
          <p:cNvGrpSpPr/>
          <p:nvPr/>
        </p:nvGrpSpPr>
        <p:grpSpPr>
          <a:xfrm>
            <a:off x="2031511" y="2560241"/>
            <a:ext cx="2214434" cy="375733"/>
            <a:chOff x="390138" y="2329863"/>
            <a:chExt cx="2214434" cy="375733"/>
          </a:xfrm>
        </p:grpSpPr>
        <p:grpSp>
          <p:nvGrpSpPr>
            <p:cNvPr id="2" name="Google Shape;13706;p90">
              <a:extLst>
                <a:ext uri="{FF2B5EF4-FFF2-40B4-BE49-F238E27FC236}">
                  <a16:creationId xmlns:a16="http://schemas.microsoft.com/office/drawing/2014/main" id="{5CFF00FD-870A-5FE4-5F81-77C6E6F7D18F}"/>
                </a:ext>
              </a:extLst>
            </p:cNvPr>
            <p:cNvGrpSpPr>
              <a:grpSpLocks noChangeAspect="1"/>
            </p:cNvGrpSpPr>
            <p:nvPr/>
          </p:nvGrpSpPr>
          <p:grpSpPr>
            <a:xfrm>
              <a:off x="390138" y="2329863"/>
              <a:ext cx="375434" cy="369332"/>
              <a:chOff x="4210933" y="2926777"/>
              <a:chExt cx="280072" cy="275520"/>
            </a:xfrm>
          </p:grpSpPr>
          <p:sp>
            <p:nvSpPr>
              <p:cNvPr id="4" name="Google Shape;13707;p90">
                <a:extLst>
                  <a:ext uri="{FF2B5EF4-FFF2-40B4-BE49-F238E27FC236}">
                    <a16:creationId xmlns:a16="http://schemas.microsoft.com/office/drawing/2014/main" id="{6232AE07-86FB-9E46-9A70-AB7FC7E6CDE2}"/>
                  </a:ext>
                </a:extLst>
              </p:cNvPr>
              <p:cNvSpPr/>
              <p:nvPr/>
            </p:nvSpPr>
            <p:spPr>
              <a:xfrm>
                <a:off x="4490623" y="2970352"/>
                <a:ext cx="32" cy="414"/>
              </a:xfrm>
              <a:custGeom>
                <a:avLst/>
                <a:gdLst/>
                <a:ahLst/>
                <a:cxnLst/>
                <a:rect l="l" t="t" r="r" b="b"/>
                <a:pathLst>
                  <a:path w="1" h="13" extrusionOk="0">
                    <a:moveTo>
                      <a:pt x="0" y="0"/>
                    </a:moveTo>
                    <a:cubicBezTo>
                      <a:pt x="0" y="12"/>
                      <a:pt x="0" y="0"/>
                      <a:pt x="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708;p90">
                <a:extLst>
                  <a:ext uri="{FF2B5EF4-FFF2-40B4-BE49-F238E27FC236}">
                    <a16:creationId xmlns:a16="http://schemas.microsoft.com/office/drawing/2014/main" id="{2B655E18-0E6D-9065-5DF2-A7F9902004F0}"/>
                  </a:ext>
                </a:extLst>
              </p:cNvPr>
              <p:cNvSpPr/>
              <p:nvPr/>
            </p:nvSpPr>
            <p:spPr>
              <a:xfrm>
                <a:off x="4489859" y="2969589"/>
                <a:ext cx="32" cy="32"/>
              </a:xfrm>
              <a:custGeom>
                <a:avLst/>
                <a:gdLst/>
                <a:ahLst/>
                <a:cxnLst/>
                <a:rect l="l" t="t" r="r" b="b"/>
                <a:pathLst>
                  <a:path w="1" h="1" extrusionOk="0">
                    <a:moveTo>
                      <a:pt x="0" y="1"/>
                    </a:move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709;p90">
                <a:extLst>
                  <a:ext uri="{FF2B5EF4-FFF2-40B4-BE49-F238E27FC236}">
                    <a16:creationId xmlns:a16="http://schemas.microsoft.com/office/drawing/2014/main" id="{E85EAE25-FEE3-6C5D-4F5E-3C0F394B074B}"/>
                  </a:ext>
                </a:extLst>
              </p:cNvPr>
              <p:cNvSpPr/>
              <p:nvPr/>
            </p:nvSpPr>
            <p:spPr>
              <a:xfrm>
                <a:off x="4210933" y="2944952"/>
                <a:ext cx="280072" cy="257346"/>
              </a:xfrm>
              <a:custGeom>
                <a:avLst/>
                <a:gdLst/>
                <a:ahLst/>
                <a:cxnLst/>
                <a:rect l="l" t="t" r="r" b="b"/>
                <a:pathLst>
                  <a:path w="8799" h="8085" extrusionOk="0">
                    <a:moveTo>
                      <a:pt x="7549" y="620"/>
                    </a:moveTo>
                    <a:lnTo>
                      <a:pt x="6596" y="6382"/>
                    </a:lnTo>
                    <a:lnTo>
                      <a:pt x="6596" y="620"/>
                    </a:lnTo>
                    <a:close/>
                    <a:moveTo>
                      <a:pt x="4965" y="1"/>
                    </a:moveTo>
                    <a:cubicBezTo>
                      <a:pt x="4894" y="1"/>
                      <a:pt x="4834" y="60"/>
                      <a:pt x="4834" y="143"/>
                    </a:cubicBezTo>
                    <a:cubicBezTo>
                      <a:pt x="4834" y="215"/>
                      <a:pt x="4894" y="274"/>
                      <a:pt x="4965" y="274"/>
                    </a:cubicBezTo>
                    <a:lnTo>
                      <a:pt x="6322" y="274"/>
                    </a:lnTo>
                    <a:lnTo>
                      <a:pt x="6322" y="7835"/>
                    </a:lnTo>
                    <a:lnTo>
                      <a:pt x="262" y="7835"/>
                    </a:lnTo>
                    <a:lnTo>
                      <a:pt x="262" y="7192"/>
                    </a:lnTo>
                    <a:cubicBezTo>
                      <a:pt x="262" y="7121"/>
                      <a:pt x="203" y="7061"/>
                      <a:pt x="131" y="7061"/>
                    </a:cubicBezTo>
                    <a:cubicBezTo>
                      <a:pt x="60" y="7061"/>
                      <a:pt x="0" y="7121"/>
                      <a:pt x="0" y="7192"/>
                    </a:cubicBezTo>
                    <a:lnTo>
                      <a:pt x="0" y="7954"/>
                    </a:lnTo>
                    <a:cubicBezTo>
                      <a:pt x="0" y="8025"/>
                      <a:pt x="60" y="8085"/>
                      <a:pt x="131" y="8085"/>
                    </a:cubicBezTo>
                    <a:lnTo>
                      <a:pt x="6465" y="8085"/>
                    </a:lnTo>
                    <a:cubicBezTo>
                      <a:pt x="6525" y="8085"/>
                      <a:pt x="6561" y="8037"/>
                      <a:pt x="6584" y="8002"/>
                    </a:cubicBezTo>
                    <a:lnTo>
                      <a:pt x="7906" y="3715"/>
                    </a:lnTo>
                    <a:cubicBezTo>
                      <a:pt x="7918" y="3632"/>
                      <a:pt x="7882" y="3572"/>
                      <a:pt x="7811" y="3549"/>
                    </a:cubicBezTo>
                    <a:cubicBezTo>
                      <a:pt x="7799" y="3547"/>
                      <a:pt x="7788" y="3546"/>
                      <a:pt x="7777" y="3546"/>
                    </a:cubicBezTo>
                    <a:cubicBezTo>
                      <a:pt x="7721" y="3546"/>
                      <a:pt x="7674" y="3572"/>
                      <a:pt x="7644" y="3632"/>
                    </a:cubicBezTo>
                    <a:lnTo>
                      <a:pt x="6870" y="6132"/>
                    </a:lnTo>
                    <a:lnTo>
                      <a:pt x="7727" y="989"/>
                    </a:lnTo>
                    <a:lnTo>
                      <a:pt x="8466" y="989"/>
                    </a:lnTo>
                    <a:lnTo>
                      <a:pt x="7799" y="3144"/>
                    </a:lnTo>
                    <a:cubicBezTo>
                      <a:pt x="7787" y="3215"/>
                      <a:pt x="7811" y="3275"/>
                      <a:pt x="7882" y="3311"/>
                    </a:cubicBezTo>
                    <a:lnTo>
                      <a:pt x="7930" y="3311"/>
                    </a:lnTo>
                    <a:cubicBezTo>
                      <a:pt x="7989" y="3311"/>
                      <a:pt x="8037" y="3275"/>
                      <a:pt x="8049" y="3215"/>
                    </a:cubicBezTo>
                    <a:lnTo>
                      <a:pt x="8763" y="894"/>
                    </a:lnTo>
                    <a:cubicBezTo>
                      <a:pt x="8799" y="870"/>
                      <a:pt x="8799" y="822"/>
                      <a:pt x="8763" y="798"/>
                    </a:cubicBezTo>
                    <a:cubicBezTo>
                      <a:pt x="8739" y="763"/>
                      <a:pt x="8704" y="739"/>
                      <a:pt x="8668" y="739"/>
                    </a:cubicBezTo>
                    <a:lnTo>
                      <a:pt x="7787" y="739"/>
                    </a:lnTo>
                    <a:lnTo>
                      <a:pt x="7835" y="501"/>
                    </a:lnTo>
                    <a:cubicBezTo>
                      <a:pt x="7835" y="453"/>
                      <a:pt x="7835" y="417"/>
                      <a:pt x="7799" y="394"/>
                    </a:cubicBezTo>
                    <a:cubicBezTo>
                      <a:pt x="7763" y="358"/>
                      <a:pt x="7739" y="346"/>
                      <a:pt x="7692" y="346"/>
                    </a:cubicBezTo>
                    <a:lnTo>
                      <a:pt x="6596" y="346"/>
                    </a:lnTo>
                    <a:lnTo>
                      <a:pt x="6596" y="143"/>
                    </a:lnTo>
                    <a:cubicBezTo>
                      <a:pt x="6596" y="60"/>
                      <a:pt x="6537" y="1"/>
                      <a:pt x="645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10;p90">
                <a:extLst>
                  <a:ext uri="{FF2B5EF4-FFF2-40B4-BE49-F238E27FC236}">
                    <a16:creationId xmlns:a16="http://schemas.microsoft.com/office/drawing/2014/main" id="{D3EF2895-5E16-94F2-5C48-3E3A61DD409E}"/>
                  </a:ext>
                </a:extLst>
              </p:cNvPr>
              <p:cNvSpPr/>
              <p:nvPr/>
            </p:nvSpPr>
            <p:spPr>
              <a:xfrm>
                <a:off x="4212047" y="2926777"/>
                <a:ext cx="144826" cy="234619"/>
              </a:xfrm>
              <a:custGeom>
                <a:avLst/>
                <a:gdLst/>
                <a:ahLst/>
                <a:cxnLst/>
                <a:rect l="l" t="t" r="r" b="b"/>
                <a:pathLst>
                  <a:path w="4550" h="7371" extrusionOk="0">
                    <a:moveTo>
                      <a:pt x="132" y="0"/>
                    </a:moveTo>
                    <a:cubicBezTo>
                      <a:pt x="60" y="0"/>
                      <a:pt x="1" y="60"/>
                      <a:pt x="1" y="131"/>
                    </a:cubicBezTo>
                    <a:lnTo>
                      <a:pt x="1" y="7239"/>
                    </a:lnTo>
                    <a:cubicBezTo>
                      <a:pt x="1" y="7311"/>
                      <a:pt x="60" y="7370"/>
                      <a:pt x="132" y="7370"/>
                    </a:cubicBezTo>
                    <a:cubicBezTo>
                      <a:pt x="203" y="7370"/>
                      <a:pt x="263" y="7311"/>
                      <a:pt x="263" y="7239"/>
                    </a:cubicBezTo>
                    <a:lnTo>
                      <a:pt x="263" y="262"/>
                    </a:lnTo>
                    <a:lnTo>
                      <a:pt x="1763" y="262"/>
                    </a:lnTo>
                    <a:lnTo>
                      <a:pt x="2299" y="810"/>
                    </a:lnTo>
                    <a:cubicBezTo>
                      <a:pt x="2335" y="845"/>
                      <a:pt x="2358" y="857"/>
                      <a:pt x="2394" y="857"/>
                    </a:cubicBezTo>
                    <a:lnTo>
                      <a:pt x="4418" y="857"/>
                    </a:lnTo>
                    <a:cubicBezTo>
                      <a:pt x="4490" y="857"/>
                      <a:pt x="4549" y="798"/>
                      <a:pt x="4549" y="726"/>
                    </a:cubicBezTo>
                    <a:cubicBezTo>
                      <a:pt x="4537" y="655"/>
                      <a:pt x="4478" y="595"/>
                      <a:pt x="4418" y="595"/>
                    </a:cubicBezTo>
                    <a:lnTo>
                      <a:pt x="2454" y="595"/>
                    </a:lnTo>
                    <a:lnTo>
                      <a:pt x="1918" y="36"/>
                    </a:lnTo>
                    <a:cubicBezTo>
                      <a:pt x="1882" y="12"/>
                      <a:pt x="1858" y="0"/>
                      <a:pt x="182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11;p90">
                <a:extLst>
                  <a:ext uri="{FF2B5EF4-FFF2-40B4-BE49-F238E27FC236}">
                    <a16:creationId xmlns:a16="http://schemas.microsoft.com/office/drawing/2014/main" id="{A544C4F4-84DF-DB0E-54C5-8DD1A2CAE45A}"/>
                  </a:ext>
                </a:extLst>
              </p:cNvPr>
              <p:cNvSpPr/>
              <p:nvPr/>
            </p:nvSpPr>
            <p:spPr>
              <a:xfrm>
                <a:off x="4246550" y="2996103"/>
                <a:ext cx="28074" cy="28106"/>
              </a:xfrm>
              <a:custGeom>
                <a:avLst/>
                <a:gdLst/>
                <a:ahLst/>
                <a:cxnLst/>
                <a:rect l="l" t="t" r="r" b="b"/>
                <a:pathLst>
                  <a:path w="882" h="883" extrusionOk="0">
                    <a:moveTo>
                      <a:pt x="620" y="263"/>
                    </a:moveTo>
                    <a:lnTo>
                      <a:pt x="620" y="608"/>
                    </a:lnTo>
                    <a:lnTo>
                      <a:pt x="262" y="608"/>
                    </a:lnTo>
                    <a:lnTo>
                      <a:pt x="262" y="263"/>
                    </a:lnTo>
                    <a:close/>
                    <a:moveTo>
                      <a:pt x="131" y="1"/>
                    </a:moveTo>
                    <a:cubicBezTo>
                      <a:pt x="60" y="1"/>
                      <a:pt x="0" y="60"/>
                      <a:pt x="0" y="144"/>
                    </a:cubicBezTo>
                    <a:lnTo>
                      <a:pt x="0" y="751"/>
                    </a:lnTo>
                    <a:cubicBezTo>
                      <a:pt x="0" y="822"/>
                      <a:pt x="60" y="882"/>
                      <a:pt x="131" y="882"/>
                    </a:cubicBezTo>
                    <a:lnTo>
                      <a:pt x="739" y="882"/>
                    </a:lnTo>
                    <a:cubicBezTo>
                      <a:pt x="822" y="882"/>
                      <a:pt x="881" y="822"/>
                      <a:pt x="881" y="751"/>
                    </a:cubicBezTo>
                    <a:lnTo>
                      <a:pt x="881" y="144"/>
                    </a:lnTo>
                    <a:cubicBezTo>
                      <a:pt x="881" y="60"/>
                      <a:pt x="822" y="1"/>
                      <a:pt x="7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712;p90">
                <a:extLst>
                  <a:ext uri="{FF2B5EF4-FFF2-40B4-BE49-F238E27FC236}">
                    <a16:creationId xmlns:a16="http://schemas.microsoft.com/office/drawing/2014/main" id="{44D2F04A-8B10-BEB4-E719-D391D579EBCD}"/>
                  </a:ext>
                </a:extLst>
              </p:cNvPr>
              <p:cNvSpPr/>
              <p:nvPr/>
            </p:nvSpPr>
            <p:spPr>
              <a:xfrm>
                <a:off x="4285956" y="3015456"/>
                <a:ext cx="97814" cy="8753"/>
              </a:xfrm>
              <a:custGeom>
                <a:avLst/>
                <a:gdLst/>
                <a:ahLst/>
                <a:cxnLst/>
                <a:rect l="l" t="t" r="r" b="b"/>
                <a:pathLst>
                  <a:path w="3073" h="275" extrusionOk="0">
                    <a:moveTo>
                      <a:pt x="132" y="0"/>
                    </a:moveTo>
                    <a:cubicBezTo>
                      <a:pt x="60" y="0"/>
                      <a:pt x="1" y="60"/>
                      <a:pt x="1" y="143"/>
                    </a:cubicBezTo>
                    <a:cubicBezTo>
                      <a:pt x="1" y="214"/>
                      <a:pt x="60" y="274"/>
                      <a:pt x="132" y="274"/>
                    </a:cubicBezTo>
                    <a:lnTo>
                      <a:pt x="2942" y="274"/>
                    </a:lnTo>
                    <a:cubicBezTo>
                      <a:pt x="3013" y="274"/>
                      <a:pt x="3072" y="214"/>
                      <a:pt x="3072" y="143"/>
                    </a:cubicBezTo>
                    <a:cubicBezTo>
                      <a:pt x="3072" y="72"/>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713;p90">
                <a:extLst>
                  <a:ext uri="{FF2B5EF4-FFF2-40B4-BE49-F238E27FC236}">
                    <a16:creationId xmlns:a16="http://schemas.microsoft.com/office/drawing/2014/main" id="{E88F9B5D-5B26-C920-7F6E-12E6C9D3D79D}"/>
                  </a:ext>
                </a:extLst>
              </p:cNvPr>
              <p:cNvSpPr/>
              <p:nvPr/>
            </p:nvSpPr>
            <p:spPr>
              <a:xfrm>
                <a:off x="4285956" y="3001800"/>
                <a:ext cx="30366" cy="8753"/>
              </a:xfrm>
              <a:custGeom>
                <a:avLst/>
                <a:gdLst/>
                <a:ahLst/>
                <a:cxnLst/>
                <a:rect l="l" t="t" r="r" b="b"/>
                <a:pathLst>
                  <a:path w="954" h="275" extrusionOk="0">
                    <a:moveTo>
                      <a:pt x="132" y="1"/>
                    </a:moveTo>
                    <a:cubicBezTo>
                      <a:pt x="60" y="1"/>
                      <a:pt x="1" y="60"/>
                      <a:pt x="1" y="132"/>
                    </a:cubicBezTo>
                    <a:cubicBezTo>
                      <a:pt x="1" y="215"/>
                      <a:pt x="60" y="274"/>
                      <a:pt x="132" y="274"/>
                    </a:cubicBezTo>
                    <a:lnTo>
                      <a:pt x="810" y="274"/>
                    </a:lnTo>
                    <a:cubicBezTo>
                      <a:pt x="894" y="274"/>
                      <a:pt x="953" y="215"/>
                      <a:pt x="953" y="132"/>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714;p90">
                <a:extLst>
                  <a:ext uri="{FF2B5EF4-FFF2-40B4-BE49-F238E27FC236}">
                    <a16:creationId xmlns:a16="http://schemas.microsoft.com/office/drawing/2014/main" id="{52F85009-E2BF-5183-7A03-7B7E3BEBAB26}"/>
                  </a:ext>
                </a:extLst>
              </p:cNvPr>
              <p:cNvSpPr/>
              <p:nvPr/>
            </p:nvSpPr>
            <p:spPr>
              <a:xfrm>
                <a:off x="4246550" y="3060177"/>
                <a:ext cx="28074" cy="28074"/>
              </a:xfrm>
              <a:custGeom>
                <a:avLst/>
                <a:gdLst/>
                <a:ahLst/>
                <a:cxnLst/>
                <a:rect l="l" t="t" r="r" b="b"/>
                <a:pathLst>
                  <a:path w="882" h="882" extrusionOk="0">
                    <a:moveTo>
                      <a:pt x="620" y="274"/>
                    </a:moveTo>
                    <a:lnTo>
                      <a:pt x="620" y="631"/>
                    </a:lnTo>
                    <a:lnTo>
                      <a:pt x="262" y="631"/>
                    </a:lnTo>
                    <a:lnTo>
                      <a:pt x="262" y="274"/>
                    </a:lnTo>
                    <a:close/>
                    <a:moveTo>
                      <a:pt x="131" y="0"/>
                    </a:moveTo>
                    <a:cubicBezTo>
                      <a:pt x="60" y="0"/>
                      <a:pt x="0" y="60"/>
                      <a:pt x="0" y="131"/>
                    </a:cubicBezTo>
                    <a:lnTo>
                      <a:pt x="0" y="750"/>
                    </a:lnTo>
                    <a:cubicBezTo>
                      <a:pt x="0" y="822"/>
                      <a:pt x="60" y="881"/>
                      <a:pt x="131" y="881"/>
                    </a:cubicBezTo>
                    <a:lnTo>
                      <a:pt x="739" y="881"/>
                    </a:lnTo>
                    <a:cubicBezTo>
                      <a:pt x="822" y="881"/>
                      <a:pt x="881" y="822"/>
                      <a:pt x="881" y="750"/>
                    </a:cubicBezTo>
                    <a:lnTo>
                      <a:pt x="881" y="131"/>
                    </a:lnTo>
                    <a:cubicBezTo>
                      <a:pt x="881" y="60"/>
                      <a:pt x="822" y="0"/>
                      <a:pt x="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715;p90">
                <a:extLst>
                  <a:ext uri="{FF2B5EF4-FFF2-40B4-BE49-F238E27FC236}">
                    <a16:creationId xmlns:a16="http://schemas.microsoft.com/office/drawing/2014/main" id="{36F4119C-E4E0-C1D5-E588-63C72743F323}"/>
                  </a:ext>
                </a:extLst>
              </p:cNvPr>
              <p:cNvSpPr/>
              <p:nvPr/>
            </p:nvSpPr>
            <p:spPr>
              <a:xfrm>
                <a:off x="4285956" y="3080261"/>
                <a:ext cx="97814" cy="8371"/>
              </a:xfrm>
              <a:custGeom>
                <a:avLst/>
                <a:gdLst/>
                <a:ahLst/>
                <a:cxnLst/>
                <a:rect l="l" t="t" r="r" b="b"/>
                <a:pathLst>
                  <a:path w="3073" h="263" extrusionOk="0">
                    <a:moveTo>
                      <a:pt x="132" y="0"/>
                    </a:moveTo>
                    <a:cubicBezTo>
                      <a:pt x="60" y="0"/>
                      <a:pt x="1" y="48"/>
                      <a:pt x="1" y="131"/>
                    </a:cubicBezTo>
                    <a:cubicBezTo>
                      <a:pt x="1" y="203"/>
                      <a:pt x="60" y="262"/>
                      <a:pt x="132" y="262"/>
                    </a:cubicBezTo>
                    <a:lnTo>
                      <a:pt x="2942" y="262"/>
                    </a:lnTo>
                    <a:cubicBezTo>
                      <a:pt x="3013" y="262"/>
                      <a:pt x="3072" y="203"/>
                      <a:pt x="3072" y="131"/>
                    </a:cubicBezTo>
                    <a:cubicBezTo>
                      <a:pt x="3072" y="48"/>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716;p90">
                <a:extLst>
                  <a:ext uri="{FF2B5EF4-FFF2-40B4-BE49-F238E27FC236}">
                    <a16:creationId xmlns:a16="http://schemas.microsoft.com/office/drawing/2014/main" id="{6BCC3BBE-58DE-6CA2-EC6F-6C0A61DFDAF0}"/>
                  </a:ext>
                </a:extLst>
              </p:cNvPr>
              <p:cNvSpPr/>
              <p:nvPr/>
            </p:nvSpPr>
            <p:spPr>
              <a:xfrm>
                <a:off x="4285956" y="3066224"/>
                <a:ext cx="30366" cy="8753"/>
              </a:xfrm>
              <a:custGeom>
                <a:avLst/>
                <a:gdLst/>
                <a:ahLst/>
                <a:cxnLst/>
                <a:rect l="l" t="t" r="r" b="b"/>
                <a:pathLst>
                  <a:path w="954" h="275" extrusionOk="0">
                    <a:moveTo>
                      <a:pt x="132" y="1"/>
                    </a:moveTo>
                    <a:cubicBezTo>
                      <a:pt x="60" y="1"/>
                      <a:pt x="1" y="60"/>
                      <a:pt x="1" y="143"/>
                    </a:cubicBezTo>
                    <a:cubicBezTo>
                      <a:pt x="1" y="215"/>
                      <a:pt x="60" y="274"/>
                      <a:pt x="132" y="274"/>
                    </a:cubicBezTo>
                    <a:lnTo>
                      <a:pt x="810" y="274"/>
                    </a:lnTo>
                    <a:cubicBezTo>
                      <a:pt x="894" y="274"/>
                      <a:pt x="953" y="215"/>
                      <a:pt x="953" y="143"/>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717;p90">
                <a:extLst>
                  <a:ext uri="{FF2B5EF4-FFF2-40B4-BE49-F238E27FC236}">
                    <a16:creationId xmlns:a16="http://schemas.microsoft.com/office/drawing/2014/main" id="{9D7FD65E-FF75-03AA-7211-26167930C23B}"/>
                  </a:ext>
                </a:extLst>
              </p:cNvPr>
              <p:cNvSpPr/>
              <p:nvPr/>
            </p:nvSpPr>
            <p:spPr>
              <a:xfrm>
                <a:off x="4246550" y="3124601"/>
                <a:ext cx="28074" cy="28074"/>
              </a:xfrm>
              <a:custGeom>
                <a:avLst/>
                <a:gdLst/>
                <a:ahLst/>
                <a:cxnLst/>
                <a:rect l="l" t="t" r="r" b="b"/>
                <a:pathLst>
                  <a:path w="882" h="882" extrusionOk="0">
                    <a:moveTo>
                      <a:pt x="620" y="250"/>
                    </a:moveTo>
                    <a:lnTo>
                      <a:pt x="620" y="607"/>
                    </a:lnTo>
                    <a:lnTo>
                      <a:pt x="262" y="607"/>
                    </a:lnTo>
                    <a:lnTo>
                      <a:pt x="262" y="250"/>
                    </a:lnTo>
                    <a:close/>
                    <a:moveTo>
                      <a:pt x="131" y="0"/>
                    </a:moveTo>
                    <a:cubicBezTo>
                      <a:pt x="60" y="0"/>
                      <a:pt x="0" y="60"/>
                      <a:pt x="0" y="131"/>
                    </a:cubicBezTo>
                    <a:lnTo>
                      <a:pt x="0" y="738"/>
                    </a:lnTo>
                    <a:cubicBezTo>
                      <a:pt x="0" y="822"/>
                      <a:pt x="60" y="881"/>
                      <a:pt x="131" y="881"/>
                    </a:cubicBezTo>
                    <a:lnTo>
                      <a:pt x="739" y="881"/>
                    </a:lnTo>
                    <a:cubicBezTo>
                      <a:pt x="822" y="881"/>
                      <a:pt x="881" y="822"/>
                      <a:pt x="881" y="738"/>
                    </a:cubicBezTo>
                    <a:lnTo>
                      <a:pt x="881" y="131"/>
                    </a:lnTo>
                    <a:cubicBezTo>
                      <a:pt x="881" y="60"/>
                      <a:pt x="822" y="0"/>
                      <a:pt x="73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18;p90">
                <a:extLst>
                  <a:ext uri="{FF2B5EF4-FFF2-40B4-BE49-F238E27FC236}">
                    <a16:creationId xmlns:a16="http://schemas.microsoft.com/office/drawing/2014/main" id="{1C73C70C-25CC-AEC0-230A-D2AE35D23371}"/>
                  </a:ext>
                </a:extLst>
              </p:cNvPr>
              <p:cNvSpPr/>
              <p:nvPr/>
            </p:nvSpPr>
            <p:spPr>
              <a:xfrm>
                <a:off x="4285956" y="3143921"/>
                <a:ext cx="97814" cy="8753"/>
              </a:xfrm>
              <a:custGeom>
                <a:avLst/>
                <a:gdLst/>
                <a:ahLst/>
                <a:cxnLst/>
                <a:rect l="l" t="t" r="r" b="b"/>
                <a:pathLst>
                  <a:path w="3073" h="275" extrusionOk="0">
                    <a:moveTo>
                      <a:pt x="132" y="0"/>
                    </a:moveTo>
                    <a:cubicBezTo>
                      <a:pt x="60" y="0"/>
                      <a:pt x="1" y="60"/>
                      <a:pt x="1" y="131"/>
                    </a:cubicBezTo>
                    <a:cubicBezTo>
                      <a:pt x="1" y="215"/>
                      <a:pt x="60" y="274"/>
                      <a:pt x="132" y="274"/>
                    </a:cubicBezTo>
                    <a:lnTo>
                      <a:pt x="2942" y="274"/>
                    </a:lnTo>
                    <a:cubicBezTo>
                      <a:pt x="3013" y="274"/>
                      <a:pt x="3072" y="215"/>
                      <a:pt x="3072" y="131"/>
                    </a:cubicBezTo>
                    <a:cubicBezTo>
                      <a:pt x="3072" y="60"/>
                      <a:pt x="3013" y="0"/>
                      <a:pt x="29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19;p90">
                <a:extLst>
                  <a:ext uri="{FF2B5EF4-FFF2-40B4-BE49-F238E27FC236}">
                    <a16:creationId xmlns:a16="http://schemas.microsoft.com/office/drawing/2014/main" id="{0F730AC4-58B0-ED97-6F5F-2F702A8BAEA5}"/>
                  </a:ext>
                </a:extLst>
              </p:cNvPr>
              <p:cNvSpPr/>
              <p:nvPr/>
            </p:nvSpPr>
            <p:spPr>
              <a:xfrm>
                <a:off x="4285956" y="3130266"/>
                <a:ext cx="30366" cy="8371"/>
              </a:xfrm>
              <a:custGeom>
                <a:avLst/>
                <a:gdLst/>
                <a:ahLst/>
                <a:cxnLst/>
                <a:rect l="l" t="t" r="r" b="b"/>
                <a:pathLst>
                  <a:path w="954" h="263" extrusionOk="0">
                    <a:moveTo>
                      <a:pt x="132" y="1"/>
                    </a:moveTo>
                    <a:cubicBezTo>
                      <a:pt x="60" y="1"/>
                      <a:pt x="1" y="60"/>
                      <a:pt x="1" y="132"/>
                    </a:cubicBezTo>
                    <a:cubicBezTo>
                      <a:pt x="1" y="215"/>
                      <a:pt x="60" y="263"/>
                      <a:pt x="132" y="263"/>
                    </a:cubicBezTo>
                    <a:lnTo>
                      <a:pt x="810" y="263"/>
                    </a:lnTo>
                    <a:cubicBezTo>
                      <a:pt x="894" y="263"/>
                      <a:pt x="953" y="215"/>
                      <a:pt x="953" y="132"/>
                    </a:cubicBezTo>
                    <a:cubicBezTo>
                      <a:pt x="953" y="60"/>
                      <a:pt x="894" y="1"/>
                      <a:pt x="81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TextBox 77">
              <a:extLst>
                <a:ext uri="{FF2B5EF4-FFF2-40B4-BE49-F238E27FC236}">
                  <a16:creationId xmlns:a16="http://schemas.microsoft.com/office/drawing/2014/main" id="{DB79AF88-E7A2-9D45-080A-F1ADC835FC96}"/>
                </a:ext>
              </a:extLst>
            </p:cNvPr>
            <p:cNvSpPr txBox="1"/>
            <p:nvPr/>
          </p:nvSpPr>
          <p:spPr>
            <a:xfrm>
              <a:off x="776828" y="2336264"/>
              <a:ext cx="1827744" cy="369332"/>
            </a:xfrm>
            <a:prstGeom prst="rect">
              <a:avLst/>
            </a:prstGeom>
            <a:noFill/>
          </p:spPr>
          <p:txBody>
            <a:bodyPr wrap="non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Documentation</a:t>
              </a:r>
            </a:p>
          </p:txBody>
        </p:sp>
      </p:grpSp>
      <p:grpSp>
        <p:nvGrpSpPr>
          <p:cNvPr id="107" name="Group 106">
            <a:extLst>
              <a:ext uri="{FF2B5EF4-FFF2-40B4-BE49-F238E27FC236}">
                <a16:creationId xmlns:a16="http://schemas.microsoft.com/office/drawing/2014/main" id="{E7051986-D7C8-6129-E698-FFDDDD38DFDE}"/>
              </a:ext>
            </a:extLst>
          </p:cNvPr>
          <p:cNvGrpSpPr/>
          <p:nvPr/>
        </p:nvGrpSpPr>
        <p:grpSpPr>
          <a:xfrm>
            <a:off x="6726508" y="2603628"/>
            <a:ext cx="1845425" cy="2105974"/>
            <a:chOff x="6726508" y="2603628"/>
            <a:chExt cx="1845425" cy="2105974"/>
          </a:xfrm>
        </p:grpSpPr>
        <p:grpSp>
          <p:nvGrpSpPr>
            <p:cNvPr id="99" name="Group 98">
              <a:extLst>
                <a:ext uri="{FF2B5EF4-FFF2-40B4-BE49-F238E27FC236}">
                  <a16:creationId xmlns:a16="http://schemas.microsoft.com/office/drawing/2014/main" id="{D8188B3A-43FA-3E28-91EC-B56C2C506794}"/>
                </a:ext>
              </a:extLst>
            </p:cNvPr>
            <p:cNvGrpSpPr/>
            <p:nvPr/>
          </p:nvGrpSpPr>
          <p:grpSpPr>
            <a:xfrm>
              <a:off x="6789520" y="2603628"/>
              <a:ext cx="1598068" cy="518851"/>
              <a:chOff x="6808696" y="3289624"/>
              <a:chExt cx="1598068" cy="518851"/>
            </a:xfrm>
          </p:grpSpPr>
          <p:grpSp>
            <p:nvGrpSpPr>
              <p:cNvPr id="46" name="Google Shape;13597;p90">
                <a:extLst>
                  <a:ext uri="{FF2B5EF4-FFF2-40B4-BE49-F238E27FC236}">
                    <a16:creationId xmlns:a16="http://schemas.microsoft.com/office/drawing/2014/main" id="{520D5A07-3ADA-53B5-194D-8CF4D2B8EDCA}"/>
                  </a:ext>
                </a:extLst>
              </p:cNvPr>
              <p:cNvGrpSpPr>
                <a:grpSpLocks noChangeAspect="1"/>
              </p:cNvGrpSpPr>
              <p:nvPr/>
            </p:nvGrpSpPr>
            <p:grpSpPr>
              <a:xfrm>
                <a:off x="6808696" y="3289624"/>
                <a:ext cx="517140" cy="518851"/>
                <a:chOff x="3214972" y="3359188"/>
                <a:chExt cx="346406" cy="347552"/>
              </a:xfrm>
              <a:solidFill>
                <a:srgbClr val="FFC000"/>
              </a:solidFill>
            </p:grpSpPr>
            <p:sp>
              <p:nvSpPr>
                <p:cNvPr id="47" name="Google Shape;13598;p90">
                  <a:extLst>
                    <a:ext uri="{FF2B5EF4-FFF2-40B4-BE49-F238E27FC236}">
                      <a16:creationId xmlns:a16="http://schemas.microsoft.com/office/drawing/2014/main" id="{BBEA199B-F2EB-C78E-7C75-C58C4C562171}"/>
                    </a:ext>
                  </a:extLst>
                </p:cNvPr>
                <p:cNvSpPr/>
                <p:nvPr/>
              </p:nvSpPr>
              <p:spPr>
                <a:xfrm>
                  <a:off x="3301772" y="3386084"/>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3599;p90">
                  <a:extLst>
                    <a:ext uri="{FF2B5EF4-FFF2-40B4-BE49-F238E27FC236}">
                      <a16:creationId xmlns:a16="http://schemas.microsoft.com/office/drawing/2014/main" id="{330174D4-55B7-8FE8-CB6E-97CC452E0DEA}"/>
                    </a:ext>
                  </a:extLst>
                </p:cNvPr>
                <p:cNvSpPr/>
                <p:nvPr/>
              </p:nvSpPr>
              <p:spPr>
                <a:xfrm>
                  <a:off x="3301772" y="3410339"/>
                  <a:ext cx="131904" cy="11395"/>
                </a:xfrm>
                <a:custGeom>
                  <a:avLst/>
                  <a:gdLst/>
                  <a:ahLst/>
                  <a:cxnLst/>
                  <a:rect l="l" t="t" r="r" b="b"/>
                  <a:pathLst>
                    <a:path w="4144" h="358" extrusionOk="0">
                      <a:moveTo>
                        <a:pt x="179" y="0"/>
                      </a:moveTo>
                      <a:cubicBezTo>
                        <a:pt x="95" y="0"/>
                        <a:pt x="0" y="72"/>
                        <a:pt x="0" y="179"/>
                      </a:cubicBezTo>
                      <a:cubicBezTo>
                        <a:pt x="0" y="286"/>
                        <a:pt x="95" y="358"/>
                        <a:pt x="179" y="358"/>
                      </a:cubicBezTo>
                      <a:lnTo>
                        <a:pt x="3965" y="358"/>
                      </a:lnTo>
                      <a:cubicBezTo>
                        <a:pt x="4048" y="358"/>
                        <a:pt x="4144" y="286"/>
                        <a:pt x="4144" y="179"/>
                      </a:cubicBezTo>
                      <a:cubicBezTo>
                        <a:pt x="4144" y="72"/>
                        <a:pt x="4072" y="0"/>
                        <a:pt x="39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600;p90">
                  <a:extLst>
                    <a:ext uri="{FF2B5EF4-FFF2-40B4-BE49-F238E27FC236}">
                      <a16:creationId xmlns:a16="http://schemas.microsoft.com/office/drawing/2014/main" id="{A10B982F-9910-8119-3FDB-1A6B6C36233F}"/>
                    </a:ext>
                  </a:extLst>
                </p:cNvPr>
                <p:cNvSpPr/>
                <p:nvPr/>
              </p:nvSpPr>
              <p:spPr>
                <a:xfrm>
                  <a:off x="3301772" y="3484980"/>
                  <a:ext cx="71649" cy="11427"/>
                </a:xfrm>
                <a:custGeom>
                  <a:avLst/>
                  <a:gdLst/>
                  <a:ahLst/>
                  <a:cxnLst/>
                  <a:rect l="l" t="t" r="r" b="b"/>
                  <a:pathLst>
                    <a:path w="2251" h="359" extrusionOk="0">
                      <a:moveTo>
                        <a:pt x="179" y="1"/>
                      </a:moveTo>
                      <a:cubicBezTo>
                        <a:pt x="95" y="1"/>
                        <a:pt x="0" y="72"/>
                        <a:pt x="0" y="180"/>
                      </a:cubicBezTo>
                      <a:cubicBezTo>
                        <a:pt x="24" y="287"/>
                        <a:pt x="95" y="358"/>
                        <a:pt x="179" y="358"/>
                      </a:cubicBezTo>
                      <a:lnTo>
                        <a:pt x="2072" y="358"/>
                      </a:lnTo>
                      <a:cubicBezTo>
                        <a:pt x="2167" y="358"/>
                        <a:pt x="2250" y="287"/>
                        <a:pt x="2250" y="180"/>
                      </a:cubicBezTo>
                      <a:cubicBezTo>
                        <a:pt x="2250" y="96"/>
                        <a:pt x="2179" y="1"/>
                        <a:pt x="2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601;p90">
                  <a:extLst>
                    <a:ext uri="{FF2B5EF4-FFF2-40B4-BE49-F238E27FC236}">
                      <a16:creationId xmlns:a16="http://schemas.microsoft.com/office/drawing/2014/main" id="{BCA36396-7561-CAEF-2002-83CA0B0859BE}"/>
                    </a:ext>
                  </a:extLst>
                </p:cNvPr>
                <p:cNvSpPr/>
                <p:nvPr/>
              </p:nvSpPr>
              <p:spPr>
                <a:xfrm>
                  <a:off x="3301772" y="3509234"/>
                  <a:ext cx="130758" cy="11427"/>
                </a:xfrm>
                <a:custGeom>
                  <a:avLst/>
                  <a:gdLst/>
                  <a:ahLst/>
                  <a:cxnLst/>
                  <a:rect l="l" t="t" r="r" b="b"/>
                  <a:pathLst>
                    <a:path w="4108" h="359" extrusionOk="0">
                      <a:moveTo>
                        <a:pt x="179" y="1"/>
                      </a:moveTo>
                      <a:cubicBezTo>
                        <a:pt x="95" y="1"/>
                        <a:pt x="0" y="72"/>
                        <a:pt x="0" y="180"/>
                      </a:cubicBezTo>
                      <a:cubicBezTo>
                        <a:pt x="24" y="287"/>
                        <a:pt x="95" y="358"/>
                        <a:pt x="179" y="358"/>
                      </a:cubicBezTo>
                      <a:lnTo>
                        <a:pt x="3929" y="358"/>
                      </a:lnTo>
                      <a:cubicBezTo>
                        <a:pt x="4024" y="358"/>
                        <a:pt x="4108" y="287"/>
                        <a:pt x="4108" y="180"/>
                      </a:cubicBezTo>
                      <a:cubicBezTo>
                        <a:pt x="4108" y="84"/>
                        <a:pt x="4036" y="1"/>
                        <a:pt x="39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602;p90">
                  <a:extLst>
                    <a:ext uri="{FF2B5EF4-FFF2-40B4-BE49-F238E27FC236}">
                      <a16:creationId xmlns:a16="http://schemas.microsoft.com/office/drawing/2014/main" id="{95A41B34-4B9A-0CE3-F222-D8BEE7A3C7DF}"/>
                    </a:ext>
                  </a:extLst>
                </p:cNvPr>
                <p:cNvSpPr/>
                <p:nvPr/>
              </p:nvSpPr>
              <p:spPr>
                <a:xfrm>
                  <a:off x="3301772" y="3584671"/>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603;p90">
                  <a:extLst>
                    <a:ext uri="{FF2B5EF4-FFF2-40B4-BE49-F238E27FC236}">
                      <a16:creationId xmlns:a16="http://schemas.microsoft.com/office/drawing/2014/main" id="{B2D0D13D-10D3-3553-47CE-09E69E87F795}"/>
                    </a:ext>
                  </a:extLst>
                </p:cNvPr>
                <p:cNvSpPr/>
                <p:nvPr/>
              </p:nvSpPr>
              <p:spPr>
                <a:xfrm>
                  <a:off x="3301772" y="3609308"/>
                  <a:ext cx="129994" cy="11395"/>
                </a:xfrm>
                <a:custGeom>
                  <a:avLst/>
                  <a:gdLst/>
                  <a:ahLst/>
                  <a:cxnLst/>
                  <a:rect l="l" t="t" r="r" b="b"/>
                  <a:pathLst>
                    <a:path w="4084" h="358" extrusionOk="0">
                      <a:moveTo>
                        <a:pt x="179" y="0"/>
                      </a:moveTo>
                      <a:cubicBezTo>
                        <a:pt x="95" y="0"/>
                        <a:pt x="0" y="72"/>
                        <a:pt x="0" y="179"/>
                      </a:cubicBezTo>
                      <a:cubicBezTo>
                        <a:pt x="0" y="262"/>
                        <a:pt x="83" y="357"/>
                        <a:pt x="179" y="357"/>
                      </a:cubicBezTo>
                      <a:lnTo>
                        <a:pt x="3905" y="357"/>
                      </a:lnTo>
                      <a:cubicBezTo>
                        <a:pt x="3989" y="357"/>
                        <a:pt x="4084" y="286"/>
                        <a:pt x="4084" y="179"/>
                      </a:cubicBezTo>
                      <a:cubicBezTo>
                        <a:pt x="4084" y="72"/>
                        <a:pt x="3989" y="0"/>
                        <a:pt x="39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604;p90">
                  <a:extLst>
                    <a:ext uri="{FF2B5EF4-FFF2-40B4-BE49-F238E27FC236}">
                      <a16:creationId xmlns:a16="http://schemas.microsoft.com/office/drawing/2014/main" id="{9C5E1238-2F26-9834-BDF4-D962A98387F0}"/>
                    </a:ext>
                  </a:extLst>
                </p:cNvPr>
                <p:cNvSpPr/>
                <p:nvPr/>
              </p:nvSpPr>
              <p:spPr>
                <a:xfrm>
                  <a:off x="3214972" y="3458466"/>
                  <a:ext cx="346406" cy="248274"/>
                </a:xfrm>
                <a:custGeom>
                  <a:avLst/>
                  <a:gdLst/>
                  <a:ahLst/>
                  <a:cxnLst/>
                  <a:rect l="l" t="t" r="r" b="b"/>
                  <a:pathLst>
                    <a:path w="10883" h="7800" extrusionOk="0">
                      <a:moveTo>
                        <a:pt x="8466" y="1417"/>
                      </a:moveTo>
                      <a:cubicBezTo>
                        <a:pt x="9109" y="1417"/>
                        <a:pt x="9657" y="1953"/>
                        <a:pt x="9657" y="2608"/>
                      </a:cubicBezTo>
                      <a:lnTo>
                        <a:pt x="9657" y="2894"/>
                      </a:lnTo>
                      <a:lnTo>
                        <a:pt x="9585" y="2894"/>
                      </a:lnTo>
                      <a:cubicBezTo>
                        <a:pt x="9216" y="2799"/>
                        <a:pt x="9097" y="2322"/>
                        <a:pt x="9097" y="2322"/>
                      </a:cubicBezTo>
                      <a:cubicBezTo>
                        <a:pt x="9085" y="2263"/>
                        <a:pt x="9037" y="2203"/>
                        <a:pt x="8966" y="2191"/>
                      </a:cubicBezTo>
                      <a:cubicBezTo>
                        <a:pt x="8956" y="2189"/>
                        <a:pt x="8946" y="2188"/>
                        <a:pt x="8935" y="2188"/>
                      </a:cubicBezTo>
                      <a:cubicBezTo>
                        <a:pt x="8883" y="2188"/>
                        <a:pt x="8827" y="2213"/>
                        <a:pt x="8787" y="2263"/>
                      </a:cubicBezTo>
                      <a:cubicBezTo>
                        <a:pt x="8335" y="2894"/>
                        <a:pt x="7347" y="2894"/>
                        <a:pt x="7323" y="2894"/>
                      </a:cubicBezTo>
                      <a:lnTo>
                        <a:pt x="7204" y="2894"/>
                      </a:lnTo>
                      <a:lnTo>
                        <a:pt x="7156" y="2608"/>
                      </a:lnTo>
                      <a:cubicBezTo>
                        <a:pt x="7156" y="1953"/>
                        <a:pt x="7692" y="1417"/>
                        <a:pt x="8347" y="1417"/>
                      </a:cubicBezTo>
                      <a:close/>
                      <a:moveTo>
                        <a:pt x="9692" y="3299"/>
                      </a:moveTo>
                      <a:cubicBezTo>
                        <a:pt x="9811" y="3322"/>
                        <a:pt x="9919" y="3430"/>
                        <a:pt x="9919" y="3549"/>
                      </a:cubicBezTo>
                      <a:cubicBezTo>
                        <a:pt x="9919" y="3680"/>
                        <a:pt x="9835" y="3787"/>
                        <a:pt x="9692" y="3799"/>
                      </a:cubicBezTo>
                      <a:lnTo>
                        <a:pt x="9692" y="3299"/>
                      </a:lnTo>
                      <a:close/>
                      <a:moveTo>
                        <a:pt x="7132" y="3299"/>
                      </a:moveTo>
                      <a:lnTo>
                        <a:pt x="7132" y="3811"/>
                      </a:lnTo>
                      <a:cubicBezTo>
                        <a:pt x="7001" y="3799"/>
                        <a:pt x="6918" y="3680"/>
                        <a:pt x="6918" y="3561"/>
                      </a:cubicBezTo>
                      <a:cubicBezTo>
                        <a:pt x="6894" y="3418"/>
                        <a:pt x="7001" y="3310"/>
                        <a:pt x="7132" y="3299"/>
                      </a:cubicBezTo>
                      <a:close/>
                      <a:moveTo>
                        <a:pt x="8835" y="2608"/>
                      </a:moveTo>
                      <a:cubicBezTo>
                        <a:pt x="8918" y="2787"/>
                        <a:pt x="9085" y="3013"/>
                        <a:pt x="9335" y="3120"/>
                      </a:cubicBezTo>
                      <a:lnTo>
                        <a:pt x="9335" y="3846"/>
                      </a:lnTo>
                      <a:cubicBezTo>
                        <a:pt x="9359" y="4287"/>
                        <a:pt x="8978" y="4668"/>
                        <a:pt x="8525" y="4668"/>
                      </a:cubicBezTo>
                      <a:lnTo>
                        <a:pt x="8299" y="4668"/>
                      </a:lnTo>
                      <a:cubicBezTo>
                        <a:pt x="7835" y="4668"/>
                        <a:pt x="7466" y="4287"/>
                        <a:pt x="7466" y="3834"/>
                      </a:cubicBezTo>
                      <a:lnTo>
                        <a:pt x="7466" y="3144"/>
                      </a:lnTo>
                      <a:cubicBezTo>
                        <a:pt x="7763" y="3120"/>
                        <a:pt x="8383" y="3013"/>
                        <a:pt x="8835" y="2608"/>
                      </a:cubicBezTo>
                      <a:close/>
                      <a:moveTo>
                        <a:pt x="8728" y="4989"/>
                      </a:moveTo>
                      <a:lnTo>
                        <a:pt x="8728" y="5215"/>
                      </a:lnTo>
                      <a:lnTo>
                        <a:pt x="8728" y="5227"/>
                      </a:lnTo>
                      <a:lnTo>
                        <a:pt x="8406" y="5573"/>
                      </a:lnTo>
                      <a:lnTo>
                        <a:pt x="8085" y="5251"/>
                      </a:lnTo>
                      <a:lnTo>
                        <a:pt x="8085" y="4989"/>
                      </a:lnTo>
                      <a:cubicBezTo>
                        <a:pt x="8168" y="5001"/>
                        <a:pt x="8240" y="5001"/>
                        <a:pt x="8299" y="5001"/>
                      </a:cubicBezTo>
                      <a:lnTo>
                        <a:pt x="8514" y="5001"/>
                      </a:lnTo>
                      <a:cubicBezTo>
                        <a:pt x="8597" y="5001"/>
                        <a:pt x="8668" y="5001"/>
                        <a:pt x="8728" y="4989"/>
                      </a:cubicBezTo>
                      <a:close/>
                      <a:moveTo>
                        <a:pt x="6573" y="3477"/>
                      </a:moveTo>
                      <a:lnTo>
                        <a:pt x="6573" y="3549"/>
                      </a:lnTo>
                      <a:cubicBezTo>
                        <a:pt x="6573" y="3870"/>
                        <a:pt x="6835" y="4156"/>
                        <a:pt x="7180" y="4156"/>
                      </a:cubicBezTo>
                      <a:cubicBezTo>
                        <a:pt x="7275" y="4465"/>
                        <a:pt x="7478" y="4727"/>
                        <a:pt x="7752" y="4870"/>
                      </a:cubicBezTo>
                      <a:lnTo>
                        <a:pt x="7752" y="5096"/>
                      </a:lnTo>
                      <a:lnTo>
                        <a:pt x="6716" y="5501"/>
                      </a:lnTo>
                      <a:cubicBezTo>
                        <a:pt x="6656" y="5513"/>
                        <a:pt x="6597" y="5537"/>
                        <a:pt x="6525" y="5585"/>
                      </a:cubicBezTo>
                      <a:lnTo>
                        <a:pt x="370" y="5585"/>
                      </a:lnTo>
                      <a:lnTo>
                        <a:pt x="370" y="3477"/>
                      </a:lnTo>
                      <a:close/>
                      <a:moveTo>
                        <a:pt x="179" y="1"/>
                      </a:moveTo>
                      <a:cubicBezTo>
                        <a:pt x="96" y="1"/>
                        <a:pt x="1" y="84"/>
                        <a:pt x="1" y="179"/>
                      </a:cubicBezTo>
                      <a:lnTo>
                        <a:pt x="1" y="2644"/>
                      </a:lnTo>
                      <a:cubicBezTo>
                        <a:pt x="1" y="2727"/>
                        <a:pt x="84" y="2822"/>
                        <a:pt x="179" y="2822"/>
                      </a:cubicBezTo>
                      <a:lnTo>
                        <a:pt x="6811" y="2822"/>
                      </a:lnTo>
                      <a:lnTo>
                        <a:pt x="6811" y="3072"/>
                      </a:lnTo>
                      <a:cubicBezTo>
                        <a:pt x="6775" y="3084"/>
                        <a:pt x="6751" y="3120"/>
                        <a:pt x="6728" y="3144"/>
                      </a:cubicBezTo>
                      <a:lnTo>
                        <a:pt x="179" y="3144"/>
                      </a:lnTo>
                      <a:cubicBezTo>
                        <a:pt x="96" y="3144"/>
                        <a:pt x="1" y="3215"/>
                        <a:pt x="1" y="3322"/>
                      </a:cubicBezTo>
                      <a:lnTo>
                        <a:pt x="1" y="5775"/>
                      </a:lnTo>
                      <a:cubicBezTo>
                        <a:pt x="1" y="5870"/>
                        <a:pt x="84" y="5954"/>
                        <a:pt x="179" y="5954"/>
                      </a:cubicBezTo>
                      <a:lnTo>
                        <a:pt x="6156" y="5954"/>
                      </a:lnTo>
                      <a:cubicBezTo>
                        <a:pt x="6001" y="6156"/>
                        <a:pt x="5894" y="6418"/>
                        <a:pt x="5894" y="6775"/>
                      </a:cubicBezTo>
                      <a:lnTo>
                        <a:pt x="5894" y="7621"/>
                      </a:lnTo>
                      <a:cubicBezTo>
                        <a:pt x="5894" y="7716"/>
                        <a:pt x="5978" y="7799"/>
                        <a:pt x="6085" y="7799"/>
                      </a:cubicBezTo>
                      <a:lnTo>
                        <a:pt x="6728" y="7799"/>
                      </a:lnTo>
                      <a:cubicBezTo>
                        <a:pt x="6823" y="7799"/>
                        <a:pt x="6918" y="7728"/>
                        <a:pt x="6918" y="7621"/>
                      </a:cubicBezTo>
                      <a:cubicBezTo>
                        <a:pt x="6918" y="7537"/>
                        <a:pt x="6835" y="7442"/>
                        <a:pt x="6728" y="7442"/>
                      </a:cubicBezTo>
                      <a:lnTo>
                        <a:pt x="6251" y="7442"/>
                      </a:lnTo>
                      <a:lnTo>
                        <a:pt x="6251" y="6763"/>
                      </a:lnTo>
                      <a:cubicBezTo>
                        <a:pt x="6251" y="6049"/>
                        <a:pt x="6823" y="5835"/>
                        <a:pt x="6835" y="5835"/>
                      </a:cubicBezTo>
                      <a:lnTo>
                        <a:pt x="6847" y="5835"/>
                      </a:lnTo>
                      <a:lnTo>
                        <a:pt x="7787" y="5466"/>
                      </a:lnTo>
                      <a:lnTo>
                        <a:pt x="7799" y="5477"/>
                      </a:lnTo>
                      <a:lnTo>
                        <a:pt x="8299" y="5954"/>
                      </a:lnTo>
                      <a:cubicBezTo>
                        <a:pt x="8323" y="5989"/>
                        <a:pt x="8371" y="6001"/>
                        <a:pt x="8418" y="6001"/>
                      </a:cubicBezTo>
                      <a:cubicBezTo>
                        <a:pt x="8454" y="6001"/>
                        <a:pt x="8502" y="5989"/>
                        <a:pt x="8537" y="5942"/>
                      </a:cubicBezTo>
                      <a:lnTo>
                        <a:pt x="9014" y="5442"/>
                      </a:lnTo>
                      <a:lnTo>
                        <a:pt x="9942" y="5811"/>
                      </a:lnTo>
                      <a:lnTo>
                        <a:pt x="9966" y="5811"/>
                      </a:lnTo>
                      <a:cubicBezTo>
                        <a:pt x="9990" y="5823"/>
                        <a:pt x="10538" y="6013"/>
                        <a:pt x="10538" y="6728"/>
                      </a:cubicBezTo>
                      <a:lnTo>
                        <a:pt x="10538" y="7418"/>
                      </a:lnTo>
                      <a:lnTo>
                        <a:pt x="7263" y="7418"/>
                      </a:lnTo>
                      <a:cubicBezTo>
                        <a:pt x="7180" y="7418"/>
                        <a:pt x="7085" y="7490"/>
                        <a:pt x="7085" y="7597"/>
                      </a:cubicBezTo>
                      <a:cubicBezTo>
                        <a:pt x="7085" y="7680"/>
                        <a:pt x="7168" y="7775"/>
                        <a:pt x="7263" y="7775"/>
                      </a:cubicBezTo>
                      <a:lnTo>
                        <a:pt x="10704" y="7775"/>
                      </a:lnTo>
                      <a:cubicBezTo>
                        <a:pt x="10800" y="7775"/>
                        <a:pt x="10883" y="7704"/>
                        <a:pt x="10883" y="7597"/>
                      </a:cubicBezTo>
                      <a:lnTo>
                        <a:pt x="10883" y="6751"/>
                      </a:lnTo>
                      <a:cubicBezTo>
                        <a:pt x="10883" y="5977"/>
                        <a:pt x="10371" y="5585"/>
                        <a:pt x="10073" y="5477"/>
                      </a:cubicBezTo>
                      <a:lnTo>
                        <a:pt x="9073" y="5085"/>
                      </a:lnTo>
                      <a:lnTo>
                        <a:pt x="9073" y="4870"/>
                      </a:lnTo>
                      <a:cubicBezTo>
                        <a:pt x="9335" y="4727"/>
                        <a:pt x="9549" y="4465"/>
                        <a:pt x="9633" y="4156"/>
                      </a:cubicBezTo>
                      <a:cubicBezTo>
                        <a:pt x="9966" y="4156"/>
                        <a:pt x="10252" y="3894"/>
                        <a:pt x="10252" y="3549"/>
                      </a:cubicBezTo>
                      <a:cubicBezTo>
                        <a:pt x="10252" y="3358"/>
                        <a:pt x="10145" y="3180"/>
                        <a:pt x="9990" y="3060"/>
                      </a:cubicBezTo>
                      <a:lnTo>
                        <a:pt x="9990" y="2596"/>
                      </a:lnTo>
                      <a:cubicBezTo>
                        <a:pt x="9990" y="1751"/>
                        <a:pt x="9311" y="1060"/>
                        <a:pt x="8466" y="1060"/>
                      </a:cubicBezTo>
                      <a:lnTo>
                        <a:pt x="8347" y="1060"/>
                      </a:lnTo>
                      <a:cubicBezTo>
                        <a:pt x="8204" y="1060"/>
                        <a:pt x="8085" y="1072"/>
                        <a:pt x="7966" y="1108"/>
                      </a:cubicBezTo>
                      <a:lnTo>
                        <a:pt x="7966" y="179"/>
                      </a:lnTo>
                      <a:cubicBezTo>
                        <a:pt x="7966" y="96"/>
                        <a:pt x="7894" y="1"/>
                        <a:pt x="7787" y="1"/>
                      </a:cubicBezTo>
                      <a:lnTo>
                        <a:pt x="7287" y="1"/>
                      </a:lnTo>
                      <a:cubicBezTo>
                        <a:pt x="7192" y="1"/>
                        <a:pt x="7109" y="84"/>
                        <a:pt x="7109" y="179"/>
                      </a:cubicBezTo>
                      <a:cubicBezTo>
                        <a:pt x="7109" y="286"/>
                        <a:pt x="7180" y="358"/>
                        <a:pt x="7287" y="358"/>
                      </a:cubicBezTo>
                      <a:lnTo>
                        <a:pt x="7621" y="358"/>
                      </a:lnTo>
                      <a:lnTo>
                        <a:pt x="7621" y="1251"/>
                      </a:lnTo>
                      <a:cubicBezTo>
                        <a:pt x="7180" y="1489"/>
                        <a:pt x="6847" y="1941"/>
                        <a:pt x="6811" y="2477"/>
                      </a:cubicBezTo>
                      <a:lnTo>
                        <a:pt x="346" y="2477"/>
                      </a:lnTo>
                      <a:lnTo>
                        <a:pt x="346" y="358"/>
                      </a:lnTo>
                      <a:lnTo>
                        <a:pt x="6716" y="358"/>
                      </a:lnTo>
                      <a:cubicBezTo>
                        <a:pt x="6811" y="358"/>
                        <a:pt x="6894" y="286"/>
                        <a:pt x="6894" y="179"/>
                      </a:cubicBezTo>
                      <a:cubicBezTo>
                        <a:pt x="6894" y="96"/>
                        <a:pt x="6823" y="1"/>
                        <a:pt x="67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3605;p90">
                  <a:extLst>
                    <a:ext uri="{FF2B5EF4-FFF2-40B4-BE49-F238E27FC236}">
                      <a16:creationId xmlns:a16="http://schemas.microsoft.com/office/drawing/2014/main" id="{3A22CC36-CEAC-7293-357C-C2FEC79DE0BB}"/>
                    </a:ext>
                  </a:extLst>
                </p:cNvPr>
                <p:cNvSpPr/>
                <p:nvPr/>
              </p:nvSpPr>
              <p:spPr>
                <a:xfrm>
                  <a:off x="3238462" y="3380005"/>
                  <a:ext cx="49305" cy="47427"/>
                </a:xfrm>
                <a:custGeom>
                  <a:avLst/>
                  <a:gdLst/>
                  <a:ahLst/>
                  <a:cxnLst/>
                  <a:rect l="l" t="t" r="r" b="b"/>
                  <a:pathLst>
                    <a:path w="1549" h="1490" extrusionOk="0">
                      <a:moveTo>
                        <a:pt x="179" y="1"/>
                      </a:moveTo>
                      <a:cubicBezTo>
                        <a:pt x="84" y="1"/>
                        <a:pt x="1" y="72"/>
                        <a:pt x="1" y="180"/>
                      </a:cubicBezTo>
                      <a:lnTo>
                        <a:pt x="1" y="1311"/>
                      </a:lnTo>
                      <a:cubicBezTo>
                        <a:pt x="1" y="1394"/>
                        <a:pt x="72" y="1489"/>
                        <a:pt x="179" y="1489"/>
                      </a:cubicBezTo>
                      <a:lnTo>
                        <a:pt x="1370" y="1489"/>
                      </a:lnTo>
                      <a:cubicBezTo>
                        <a:pt x="1453" y="1489"/>
                        <a:pt x="1549" y="1418"/>
                        <a:pt x="1549" y="1311"/>
                      </a:cubicBezTo>
                      <a:lnTo>
                        <a:pt x="1549" y="1001"/>
                      </a:lnTo>
                      <a:cubicBezTo>
                        <a:pt x="1549" y="906"/>
                        <a:pt x="1477" y="811"/>
                        <a:pt x="1370" y="811"/>
                      </a:cubicBezTo>
                      <a:cubicBezTo>
                        <a:pt x="1275" y="811"/>
                        <a:pt x="1191" y="894"/>
                        <a:pt x="1191" y="1001"/>
                      </a:cubicBezTo>
                      <a:lnTo>
                        <a:pt x="1191" y="1132"/>
                      </a:lnTo>
                      <a:lnTo>
                        <a:pt x="334" y="1132"/>
                      </a:lnTo>
                      <a:lnTo>
                        <a:pt x="334" y="346"/>
                      </a:lnTo>
                      <a:lnTo>
                        <a:pt x="1037" y="346"/>
                      </a:lnTo>
                      <a:lnTo>
                        <a:pt x="1037" y="358"/>
                      </a:lnTo>
                      <a:cubicBezTo>
                        <a:pt x="1132" y="358"/>
                        <a:pt x="1215" y="287"/>
                        <a:pt x="1215" y="180"/>
                      </a:cubicBezTo>
                      <a:cubicBezTo>
                        <a:pt x="1215" y="84"/>
                        <a:pt x="1144" y="1"/>
                        <a:pt x="10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606;p90">
                  <a:extLst>
                    <a:ext uri="{FF2B5EF4-FFF2-40B4-BE49-F238E27FC236}">
                      <a16:creationId xmlns:a16="http://schemas.microsoft.com/office/drawing/2014/main" id="{395E6CFF-DCD6-05CA-A30B-8646C9009EE2}"/>
                    </a:ext>
                  </a:extLst>
                </p:cNvPr>
                <p:cNvSpPr/>
                <p:nvPr/>
              </p:nvSpPr>
              <p:spPr>
                <a:xfrm>
                  <a:off x="3251353" y="3380482"/>
                  <a:ext cx="43607" cy="34058"/>
                </a:xfrm>
                <a:custGeom>
                  <a:avLst/>
                  <a:gdLst/>
                  <a:ahLst/>
                  <a:cxnLst/>
                  <a:rect l="l" t="t" r="r" b="b"/>
                  <a:pathLst>
                    <a:path w="1370" h="1070" extrusionOk="0">
                      <a:moveTo>
                        <a:pt x="1163" y="1"/>
                      </a:moveTo>
                      <a:cubicBezTo>
                        <a:pt x="1120" y="1"/>
                        <a:pt x="1078" y="16"/>
                        <a:pt x="1048" y="45"/>
                      </a:cubicBezTo>
                      <a:lnTo>
                        <a:pt x="489" y="653"/>
                      </a:lnTo>
                      <a:lnTo>
                        <a:pt x="310" y="462"/>
                      </a:lnTo>
                      <a:cubicBezTo>
                        <a:pt x="279" y="425"/>
                        <a:pt x="232" y="407"/>
                        <a:pt x="185" y="407"/>
                      </a:cubicBezTo>
                      <a:cubicBezTo>
                        <a:pt x="142" y="407"/>
                        <a:pt x="100" y="422"/>
                        <a:pt x="72" y="450"/>
                      </a:cubicBezTo>
                      <a:cubicBezTo>
                        <a:pt x="1" y="510"/>
                        <a:pt x="1" y="629"/>
                        <a:pt x="60" y="688"/>
                      </a:cubicBezTo>
                      <a:lnTo>
                        <a:pt x="358" y="1010"/>
                      </a:lnTo>
                      <a:cubicBezTo>
                        <a:pt x="382" y="1046"/>
                        <a:pt x="429" y="1069"/>
                        <a:pt x="477" y="1069"/>
                      </a:cubicBezTo>
                      <a:cubicBezTo>
                        <a:pt x="513" y="1069"/>
                        <a:pt x="560" y="1058"/>
                        <a:pt x="584" y="1010"/>
                      </a:cubicBezTo>
                      <a:lnTo>
                        <a:pt x="1286" y="272"/>
                      </a:lnTo>
                      <a:cubicBezTo>
                        <a:pt x="1370" y="224"/>
                        <a:pt x="1370" y="117"/>
                        <a:pt x="1286" y="45"/>
                      </a:cubicBezTo>
                      <a:cubicBezTo>
                        <a:pt x="1251" y="16"/>
                        <a:pt x="1206" y="1"/>
                        <a:pt x="11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607;p90">
                  <a:extLst>
                    <a:ext uri="{FF2B5EF4-FFF2-40B4-BE49-F238E27FC236}">
                      <a16:creationId xmlns:a16="http://schemas.microsoft.com/office/drawing/2014/main" id="{2CB537CA-CE77-4A0A-F1F0-943F16467474}"/>
                    </a:ext>
                  </a:extLst>
                </p:cNvPr>
                <p:cNvSpPr/>
                <p:nvPr/>
              </p:nvSpPr>
              <p:spPr>
                <a:xfrm>
                  <a:off x="3238462" y="3479314"/>
                  <a:ext cx="49305" cy="47395"/>
                </a:xfrm>
                <a:custGeom>
                  <a:avLst/>
                  <a:gdLst/>
                  <a:ahLst/>
                  <a:cxnLst/>
                  <a:rect l="l" t="t" r="r" b="b"/>
                  <a:pathLst>
                    <a:path w="1549" h="1489" extrusionOk="0">
                      <a:moveTo>
                        <a:pt x="179" y="0"/>
                      </a:moveTo>
                      <a:cubicBezTo>
                        <a:pt x="84" y="0"/>
                        <a:pt x="1" y="84"/>
                        <a:pt x="1" y="179"/>
                      </a:cubicBezTo>
                      <a:lnTo>
                        <a:pt x="1" y="1310"/>
                      </a:lnTo>
                      <a:cubicBezTo>
                        <a:pt x="1" y="1405"/>
                        <a:pt x="72" y="1489"/>
                        <a:pt x="179" y="1489"/>
                      </a:cubicBezTo>
                      <a:lnTo>
                        <a:pt x="1370" y="1489"/>
                      </a:lnTo>
                      <a:cubicBezTo>
                        <a:pt x="1453" y="1489"/>
                        <a:pt x="1549" y="1417"/>
                        <a:pt x="1549" y="1310"/>
                      </a:cubicBezTo>
                      <a:lnTo>
                        <a:pt x="1549" y="1001"/>
                      </a:lnTo>
                      <a:cubicBezTo>
                        <a:pt x="1549" y="917"/>
                        <a:pt x="1477" y="822"/>
                        <a:pt x="1370" y="822"/>
                      </a:cubicBezTo>
                      <a:cubicBezTo>
                        <a:pt x="1275" y="822"/>
                        <a:pt x="1191" y="893"/>
                        <a:pt x="1191" y="1001"/>
                      </a:cubicBezTo>
                      <a:lnTo>
                        <a:pt x="1191" y="1131"/>
                      </a:lnTo>
                      <a:lnTo>
                        <a:pt x="334" y="1131"/>
                      </a:lnTo>
                      <a:lnTo>
                        <a:pt x="334" y="346"/>
                      </a:lnTo>
                      <a:lnTo>
                        <a:pt x="1037" y="358"/>
                      </a:lnTo>
                      <a:cubicBezTo>
                        <a:pt x="1132" y="358"/>
                        <a:pt x="1215" y="286"/>
                        <a:pt x="1215" y="179"/>
                      </a:cubicBezTo>
                      <a:cubicBezTo>
                        <a:pt x="1215" y="96"/>
                        <a:pt x="1144" y="0"/>
                        <a:pt x="10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608;p90">
                  <a:extLst>
                    <a:ext uri="{FF2B5EF4-FFF2-40B4-BE49-F238E27FC236}">
                      <a16:creationId xmlns:a16="http://schemas.microsoft.com/office/drawing/2014/main" id="{BE5169EB-FA6C-7F81-FFD6-BA8F13424D91}"/>
                    </a:ext>
                  </a:extLst>
                </p:cNvPr>
                <p:cNvSpPr/>
                <p:nvPr/>
              </p:nvSpPr>
              <p:spPr>
                <a:xfrm>
                  <a:off x="3251353" y="3479792"/>
                  <a:ext cx="43607" cy="34408"/>
                </a:xfrm>
                <a:custGeom>
                  <a:avLst/>
                  <a:gdLst/>
                  <a:ahLst/>
                  <a:cxnLst/>
                  <a:rect l="l" t="t" r="r" b="b"/>
                  <a:pathLst>
                    <a:path w="1370" h="1081" extrusionOk="0">
                      <a:moveTo>
                        <a:pt x="1163" y="0"/>
                      </a:moveTo>
                      <a:cubicBezTo>
                        <a:pt x="1120" y="0"/>
                        <a:pt x="1078" y="15"/>
                        <a:pt x="1048" y="45"/>
                      </a:cubicBezTo>
                      <a:lnTo>
                        <a:pt x="489" y="664"/>
                      </a:lnTo>
                      <a:lnTo>
                        <a:pt x="310" y="462"/>
                      </a:lnTo>
                      <a:cubicBezTo>
                        <a:pt x="279" y="424"/>
                        <a:pt x="232" y="406"/>
                        <a:pt x="185" y="406"/>
                      </a:cubicBezTo>
                      <a:cubicBezTo>
                        <a:pt x="142" y="406"/>
                        <a:pt x="100" y="421"/>
                        <a:pt x="72" y="450"/>
                      </a:cubicBezTo>
                      <a:cubicBezTo>
                        <a:pt x="1" y="509"/>
                        <a:pt x="1" y="628"/>
                        <a:pt x="60" y="688"/>
                      </a:cubicBezTo>
                      <a:lnTo>
                        <a:pt x="358" y="1021"/>
                      </a:lnTo>
                      <a:cubicBezTo>
                        <a:pt x="382" y="1045"/>
                        <a:pt x="429" y="1081"/>
                        <a:pt x="477" y="1081"/>
                      </a:cubicBezTo>
                      <a:cubicBezTo>
                        <a:pt x="513" y="1081"/>
                        <a:pt x="560" y="1057"/>
                        <a:pt x="584" y="1021"/>
                      </a:cubicBezTo>
                      <a:lnTo>
                        <a:pt x="1286" y="271"/>
                      </a:lnTo>
                      <a:cubicBezTo>
                        <a:pt x="1370" y="212"/>
                        <a:pt x="1370" y="104"/>
                        <a:pt x="1286" y="45"/>
                      </a:cubicBezTo>
                      <a:cubicBezTo>
                        <a:pt x="1251" y="15"/>
                        <a:pt x="1206" y="0"/>
                        <a:pt x="11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609;p90">
                  <a:extLst>
                    <a:ext uri="{FF2B5EF4-FFF2-40B4-BE49-F238E27FC236}">
                      <a16:creationId xmlns:a16="http://schemas.microsoft.com/office/drawing/2014/main" id="{27E7F15F-BE8C-2379-C4A9-3C4C216880CA}"/>
                    </a:ext>
                  </a:extLst>
                </p:cNvPr>
                <p:cNvSpPr/>
                <p:nvPr/>
              </p:nvSpPr>
              <p:spPr>
                <a:xfrm>
                  <a:off x="3238462" y="3578210"/>
                  <a:ext cx="49305" cy="47809"/>
                </a:xfrm>
                <a:custGeom>
                  <a:avLst/>
                  <a:gdLst/>
                  <a:ahLst/>
                  <a:cxnLst/>
                  <a:rect l="l" t="t" r="r" b="b"/>
                  <a:pathLst>
                    <a:path w="1549" h="1502" extrusionOk="0">
                      <a:moveTo>
                        <a:pt x="179" y="1"/>
                      </a:moveTo>
                      <a:cubicBezTo>
                        <a:pt x="84" y="1"/>
                        <a:pt x="1" y="84"/>
                        <a:pt x="1" y="191"/>
                      </a:cubicBezTo>
                      <a:lnTo>
                        <a:pt x="1" y="1323"/>
                      </a:lnTo>
                      <a:cubicBezTo>
                        <a:pt x="1" y="1406"/>
                        <a:pt x="72" y="1501"/>
                        <a:pt x="179" y="1501"/>
                      </a:cubicBezTo>
                      <a:lnTo>
                        <a:pt x="1370" y="1501"/>
                      </a:lnTo>
                      <a:cubicBezTo>
                        <a:pt x="1453" y="1501"/>
                        <a:pt x="1549" y="1418"/>
                        <a:pt x="1549" y="1323"/>
                      </a:cubicBezTo>
                      <a:lnTo>
                        <a:pt x="1549" y="1001"/>
                      </a:lnTo>
                      <a:cubicBezTo>
                        <a:pt x="1537" y="930"/>
                        <a:pt x="1453" y="858"/>
                        <a:pt x="1370" y="858"/>
                      </a:cubicBezTo>
                      <a:cubicBezTo>
                        <a:pt x="1275" y="858"/>
                        <a:pt x="1191" y="930"/>
                        <a:pt x="1191" y="1037"/>
                      </a:cubicBezTo>
                      <a:lnTo>
                        <a:pt x="1191" y="1168"/>
                      </a:lnTo>
                      <a:lnTo>
                        <a:pt x="334" y="1168"/>
                      </a:lnTo>
                      <a:lnTo>
                        <a:pt x="334" y="370"/>
                      </a:lnTo>
                      <a:lnTo>
                        <a:pt x="1037" y="370"/>
                      </a:lnTo>
                      <a:cubicBezTo>
                        <a:pt x="1132" y="370"/>
                        <a:pt x="1215" y="287"/>
                        <a:pt x="1215" y="191"/>
                      </a:cubicBezTo>
                      <a:cubicBezTo>
                        <a:pt x="1215" y="96"/>
                        <a:pt x="1144" y="1"/>
                        <a:pt x="10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610;p90">
                  <a:extLst>
                    <a:ext uri="{FF2B5EF4-FFF2-40B4-BE49-F238E27FC236}">
                      <a16:creationId xmlns:a16="http://schemas.microsoft.com/office/drawing/2014/main" id="{3F6BD3F1-21DF-3C77-ECF5-313EB798614A}"/>
                    </a:ext>
                  </a:extLst>
                </p:cNvPr>
                <p:cNvSpPr/>
                <p:nvPr/>
              </p:nvSpPr>
              <p:spPr>
                <a:xfrm>
                  <a:off x="3251353" y="3579133"/>
                  <a:ext cx="42843" cy="34376"/>
                </a:xfrm>
                <a:custGeom>
                  <a:avLst/>
                  <a:gdLst/>
                  <a:ahLst/>
                  <a:cxnLst/>
                  <a:rect l="l" t="t" r="r" b="b"/>
                  <a:pathLst>
                    <a:path w="1346" h="1080" extrusionOk="0">
                      <a:moveTo>
                        <a:pt x="1169" y="0"/>
                      </a:moveTo>
                      <a:cubicBezTo>
                        <a:pt x="1124" y="0"/>
                        <a:pt x="1079" y="18"/>
                        <a:pt x="1048" y="55"/>
                      </a:cubicBezTo>
                      <a:lnTo>
                        <a:pt x="489" y="662"/>
                      </a:lnTo>
                      <a:lnTo>
                        <a:pt x="310" y="472"/>
                      </a:lnTo>
                      <a:cubicBezTo>
                        <a:pt x="279" y="435"/>
                        <a:pt x="232" y="417"/>
                        <a:pt x="185" y="417"/>
                      </a:cubicBezTo>
                      <a:cubicBezTo>
                        <a:pt x="142" y="417"/>
                        <a:pt x="100" y="432"/>
                        <a:pt x="72" y="460"/>
                      </a:cubicBezTo>
                      <a:cubicBezTo>
                        <a:pt x="1" y="520"/>
                        <a:pt x="1" y="639"/>
                        <a:pt x="60" y="698"/>
                      </a:cubicBezTo>
                      <a:lnTo>
                        <a:pt x="358" y="1020"/>
                      </a:lnTo>
                      <a:cubicBezTo>
                        <a:pt x="382" y="1055"/>
                        <a:pt x="429" y="1079"/>
                        <a:pt x="477" y="1079"/>
                      </a:cubicBezTo>
                      <a:cubicBezTo>
                        <a:pt x="513" y="1079"/>
                        <a:pt x="560" y="1067"/>
                        <a:pt x="584" y="1020"/>
                      </a:cubicBezTo>
                      <a:lnTo>
                        <a:pt x="1286" y="281"/>
                      </a:lnTo>
                      <a:cubicBezTo>
                        <a:pt x="1346" y="198"/>
                        <a:pt x="1346" y="103"/>
                        <a:pt x="1286" y="43"/>
                      </a:cubicBezTo>
                      <a:cubicBezTo>
                        <a:pt x="1252" y="15"/>
                        <a:pt x="1210" y="0"/>
                        <a:pt x="11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611;p90">
                  <a:extLst>
                    <a:ext uri="{FF2B5EF4-FFF2-40B4-BE49-F238E27FC236}">
                      <a16:creationId xmlns:a16="http://schemas.microsoft.com/office/drawing/2014/main" id="{5092C678-F0E0-1310-F8EF-A2B602526C2A}"/>
                    </a:ext>
                  </a:extLst>
                </p:cNvPr>
                <p:cNvSpPr/>
                <p:nvPr/>
              </p:nvSpPr>
              <p:spPr>
                <a:xfrm>
                  <a:off x="3215736" y="3359188"/>
                  <a:ext cx="253558" cy="89442"/>
                </a:xfrm>
                <a:custGeom>
                  <a:avLst/>
                  <a:gdLst/>
                  <a:ahLst/>
                  <a:cxnLst/>
                  <a:rect l="l" t="t" r="r" b="b"/>
                  <a:pathLst>
                    <a:path w="7966" h="2810" extrusionOk="0">
                      <a:moveTo>
                        <a:pt x="179" y="0"/>
                      </a:moveTo>
                      <a:cubicBezTo>
                        <a:pt x="84" y="0"/>
                        <a:pt x="0" y="72"/>
                        <a:pt x="0" y="179"/>
                      </a:cubicBezTo>
                      <a:lnTo>
                        <a:pt x="0" y="2631"/>
                      </a:lnTo>
                      <a:cubicBezTo>
                        <a:pt x="0" y="2739"/>
                        <a:pt x="72" y="2810"/>
                        <a:pt x="167" y="2810"/>
                      </a:cubicBezTo>
                      <a:lnTo>
                        <a:pt x="7787" y="2810"/>
                      </a:lnTo>
                      <a:cubicBezTo>
                        <a:pt x="7870" y="2810"/>
                        <a:pt x="7966" y="2739"/>
                        <a:pt x="7966" y="2631"/>
                      </a:cubicBezTo>
                      <a:lnTo>
                        <a:pt x="7966" y="179"/>
                      </a:lnTo>
                      <a:cubicBezTo>
                        <a:pt x="7966" y="83"/>
                        <a:pt x="7882" y="0"/>
                        <a:pt x="7787" y="0"/>
                      </a:cubicBezTo>
                      <a:lnTo>
                        <a:pt x="7275" y="0"/>
                      </a:lnTo>
                      <a:cubicBezTo>
                        <a:pt x="7192" y="0"/>
                        <a:pt x="7097" y="72"/>
                        <a:pt x="7097" y="179"/>
                      </a:cubicBezTo>
                      <a:cubicBezTo>
                        <a:pt x="7097" y="262"/>
                        <a:pt x="7168" y="357"/>
                        <a:pt x="7275" y="357"/>
                      </a:cubicBezTo>
                      <a:lnTo>
                        <a:pt x="7620" y="357"/>
                      </a:lnTo>
                      <a:lnTo>
                        <a:pt x="7620" y="2465"/>
                      </a:lnTo>
                      <a:lnTo>
                        <a:pt x="346" y="2465"/>
                      </a:lnTo>
                      <a:lnTo>
                        <a:pt x="346" y="357"/>
                      </a:lnTo>
                      <a:lnTo>
                        <a:pt x="6716" y="357"/>
                      </a:lnTo>
                      <a:cubicBezTo>
                        <a:pt x="6799" y="357"/>
                        <a:pt x="6894" y="286"/>
                        <a:pt x="6894" y="179"/>
                      </a:cubicBezTo>
                      <a:cubicBezTo>
                        <a:pt x="6894" y="83"/>
                        <a:pt x="6811" y="0"/>
                        <a:pt x="67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TextBox 78">
                <a:extLst>
                  <a:ext uri="{FF2B5EF4-FFF2-40B4-BE49-F238E27FC236}">
                    <a16:creationId xmlns:a16="http://schemas.microsoft.com/office/drawing/2014/main" id="{649F9DE5-06B1-63C8-1E15-579E6D98F62E}"/>
                  </a:ext>
                </a:extLst>
              </p:cNvPr>
              <p:cNvSpPr txBox="1"/>
              <p:nvPr/>
            </p:nvSpPr>
            <p:spPr>
              <a:xfrm>
                <a:off x="7334034" y="3329776"/>
                <a:ext cx="1072730" cy="369332"/>
              </a:xfrm>
              <a:prstGeom prst="rect">
                <a:avLst/>
              </a:prstGeom>
              <a:noFill/>
            </p:spPr>
            <p:txBody>
              <a:bodyPr wrap="non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AI Policy</a:t>
                </a:r>
              </a:p>
            </p:txBody>
          </p:sp>
        </p:grpSp>
        <p:grpSp>
          <p:nvGrpSpPr>
            <p:cNvPr id="106" name="Group 105">
              <a:extLst>
                <a:ext uri="{FF2B5EF4-FFF2-40B4-BE49-F238E27FC236}">
                  <a16:creationId xmlns:a16="http://schemas.microsoft.com/office/drawing/2014/main" id="{8A5E6E90-B363-BE79-AA98-3FDC5851AF50}"/>
                </a:ext>
              </a:extLst>
            </p:cNvPr>
            <p:cNvGrpSpPr/>
            <p:nvPr/>
          </p:nvGrpSpPr>
          <p:grpSpPr>
            <a:xfrm>
              <a:off x="6739475" y="4100440"/>
              <a:ext cx="1768092" cy="609162"/>
              <a:chOff x="6739475" y="4100440"/>
              <a:chExt cx="1768092" cy="609162"/>
            </a:xfrm>
          </p:grpSpPr>
          <p:grpSp>
            <p:nvGrpSpPr>
              <p:cNvPr id="61" name="Google Shape;14072;p90">
                <a:extLst>
                  <a:ext uri="{FF2B5EF4-FFF2-40B4-BE49-F238E27FC236}">
                    <a16:creationId xmlns:a16="http://schemas.microsoft.com/office/drawing/2014/main" id="{45A3C04E-B49D-CF28-B246-45D5B6958AB6}"/>
                  </a:ext>
                </a:extLst>
              </p:cNvPr>
              <p:cNvGrpSpPr>
                <a:grpSpLocks noChangeAspect="1"/>
              </p:cNvGrpSpPr>
              <p:nvPr/>
            </p:nvGrpSpPr>
            <p:grpSpPr>
              <a:xfrm>
                <a:off x="6739475" y="4100440"/>
                <a:ext cx="552717" cy="609162"/>
                <a:chOff x="4212426" y="1502384"/>
                <a:chExt cx="321037" cy="353822"/>
              </a:xfrm>
              <a:solidFill>
                <a:schemeClr val="accent5">
                  <a:lumMod val="40000"/>
                  <a:lumOff val="60000"/>
                </a:schemeClr>
              </a:solidFill>
            </p:grpSpPr>
            <p:sp>
              <p:nvSpPr>
                <p:cNvPr id="62" name="Google Shape;14073;p90">
                  <a:extLst>
                    <a:ext uri="{FF2B5EF4-FFF2-40B4-BE49-F238E27FC236}">
                      <a16:creationId xmlns:a16="http://schemas.microsoft.com/office/drawing/2014/main" id="{DD5E0A1B-A144-CF39-6390-1EEB119A8255}"/>
                    </a:ext>
                  </a:extLst>
                </p:cNvPr>
                <p:cNvSpPr/>
                <p:nvPr/>
              </p:nvSpPr>
              <p:spPr>
                <a:xfrm>
                  <a:off x="4310592" y="1585938"/>
                  <a:ext cx="125092" cy="163001"/>
                </a:xfrm>
                <a:custGeom>
                  <a:avLst/>
                  <a:gdLst/>
                  <a:ahLst/>
                  <a:cxnLst/>
                  <a:rect l="l" t="t" r="r" b="b"/>
                  <a:pathLst>
                    <a:path w="3930" h="5121" extrusionOk="0">
                      <a:moveTo>
                        <a:pt x="1941" y="310"/>
                      </a:moveTo>
                      <a:cubicBezTo>
                        <a:pt x="2227" y="310"/>
                        <a:pt x="2477" y="489"/>
                        <a:pt x="2584" y="751"/>
                      </a:cubicBezTo>
                      <a:cubicBezTo>
                        <a:pt x="2620" y="834"/>
                        <a:pt x="2644" y="930"/>
                        <a:pt x="2644" y="1013"/>
                      </a:cubicBezTo>
                      <a:lnTo>
                        <a:pt x="2644" y="1192"/>
                      </a:lnTo>
                      <a:cubicBezTo>
                        <a:pt x="2370" y="1096"/>
                        <a:pt x="2275" y="834"/>
                        <a:pt x="2251" y="822"/>
                      </a:cubicBezTo>
                      <a:cubicBezTo>
                        <a:pt x="2227" y="763"/>
                        <a:pt x="2179" y="715"/>
                        <a:pt x="2108" y="715"/>
                      </a:cubicBezTo>
                      <a:cubicBezTo>
                        <a:pt x="2048" y="715"/>
                        <a:pt x="1989" y="751"/>
                        <a:pt x="1953" y="811"/>
                      </a:cubicBezTo>
                      <a:cubicBezTo>
                        <a:pt x="1953" y="811"/>
                        <a:pt x="1763" y="1168"/>
                        <a:pt x="1239" y="1227"/>
                      </a:cubicBezTo>
                      <a:lnTo>
                        <a:pt x="1239" y="1025"/>
                      </a:lnTo>
                      <a:cubicBezTo>
                        <a:pt x="1263" y="930"/>
                        <a:pt x="1275" y="834"/>
                        <a:pt x="1310" y="751"/>
                      </a:cubicBezTo>
                      <a:cubicBezTo>
                        <a:pt x="1406" y="489"/>
                        <a:pt x="1667" y="310"/>
                        <a:pt x="1941" y="310"/>
                      </a:cubicBezTo>
                      <a:close/>
                      <a:moveTo>
                        <a:pt x="2108" y="1180"/>
                      </a:moveTo>
                      <a:cubicBezTo>
                        <a:pt x="2215" y="1322"/>
                        <a:pt x="2394" y="1489"/>
                        <a:pt x="2656" y="1549"/>
                      </a:cubicBezTo>
                      <a:lnTo>
                        <a:pt x="2656" y="1775"/>
                      </a:lnTo>
                      <a:cubicBezTo>
                        <a:pt x="2656" y="2144"/>
                        <a:pt x="2358" y="2454"/>
                        <a:pt x="1989" y="2477"/>
                      </a:cubicBezTo>
                      <a:lnTo>
                        <a:pt x="1929" y="2477"/>
                      </a:lnTo>
                      <a:cubicBezTo>
                        <a:pt x="1560" y="2442"/>
                        <a:pt x="1263" y="2144"/>
                        <a:pt x="1263" y="1763"/>
                      </a:cubicBezTo>
                      <a:lnTo>
                        <a:pt x="1263" y="1549"/>
                      </a:lnTo>
                      <a:cubicBezTo>
                        <a:pt x="1679" y="1501"/>
                        <a:pt x="1941" y="1322"/>
                        <a:pt x="2108" y="1180"/>
                      </a:cubicBezTo>
                      <a:close/>
                      <a:moveTo>
                        <a:pt x="2132" y="2799"/>
                      </a:moveTo>
                      <a:lnTo>
                        <a:pt x="2048" y="2966"/>
                      </a:lnTo>
                      <a:lnTo>
                        <a:pt x="1846" y="2966"/>
                      </a:lnTo>
                      <a:lnTo>
                        <a:pt x="1751" y="2799"/>
                      </a:lnTo>
                      <a:close/>
                      <a:moveTo>
                        <a:pt x="2025" y="3287"/>
                      </a:moveTo>
                      <a:lnTo>
                        <a:pt x="2215" y="4109"/>
                      </a:lnTo>
                      <a:lnTo>
                        <a:pt x="1941" y="4347"/>
                      </a:lnTo>
                      <a:lnTo>
                        <a:pt x="1679" y="4109"/>
                      </a:lnTo>
                      <a:lnTo>
                        <a:pt x="1870" y="3287"/>
                      </a:lnTo>
                      <a:close/>
                      <a:moveTo>
                        <a:pt x="2453" y="2870"/>
                      </a:moveTo>
                      <a:cubicBezTo>
                        <a:pt x="2668" y="2954"/>
                        <a:pt x="2894" y="3085"/>
                        <a:pt x="3072" y="3263"/>
                      </a:cubicBezTo>
                      <a:cubicBezTo>
                        <a:pt x="3394" y="3561"/>
                        <a:pt x="3561" y="3966"/>
                        <a:pt x="3561" y="4359"/>
                      </a:cubicBezTo>
                      <a:lnTo>
                        <a:pt x="3596" y="4775"/>
                      </a:lnTo>
                      <a:lnTo>
                        <a:pt x="322" y="4775"/>
                      </a:lnTo>
                      <a:lnTo>
                        <a:pt x="322" y="4359"/>
                      </a:lnTo>
                      <a:cubicBezTo>
                        <a:pt x="322" y="3942"/>
                        <a:pt x="501" y="3561"/>
                        <a:pt x="810" y="3263"/>
                      </a:cubicBezTo>
                      <a:cubicBezTo>
                        <a:pt x="989" y="3097"/>
                        <a:pt x="1215" y="2966"/>
                        <a:pt x="1441" y="2870"/>
                      </a:cubicBezTo>
                      <a:lnTo>
                        <a:pt x="1572" y="3144"/>
                      </a:lnTo>
                      <a:lnTo>
                        <a:pt x="1346" y="4120"/>
                      </a:lnTo>
                      <a:cubicBezTo>
                        <a:pt x="1334" y="4180"/>
                        <a:pt x="1346" y="4240"/>
                        <a:pt x="1394" y="4287"/>
                      </a:cubicBezTo>
                      <a:lnTo>
                        <a:pt x="1834" y="4692"/>
                      </a:lnTo>
                      <a:cubicBezTo>
                        <a:pt x="1870" y="4716"/>
                        <a:pt x="1917" y="4740"/>
                        <a:pt x="1941" y="4740"/>
                      </a:cubicBezTo>
                      <a:cubicBezTo>
                        <a:pt x="1989" y="4740"/>
                        <a:pt x="2025" y="4716"/>
                        <a:pt x="2048" y="4692"/>
                      </a:cubicBezTo>
                      <a:lnTo>
                        <a:pt x="2501" y="4287"/>
                      </a:lnTo>
                      <a:cubicBezTo>
                        <a:pt x="2537" y="4240"/>
                        <a:pt x="2560" y="4180"/>
                        <a:pt x="2537" y="4120"/>
                      </a:cubicBezTo>
                      <a:lnTo>
                        <a:pt x="2322" y="3144"/>
                      </a:lnTo>
                      <a:lnTo>
                        <a:pt x="2453" y="2870"/>
                      </a:lnTo>
                      <a:close/>
                      <a:moveTo>
                        <a:pt x="1965" y="1"/>
                      </a:moveTo>
                      <a:cubicBezTo>
                        <a:pt x="1394" y="1"/>
                        <a:pt x="929" y="465"/>
                        <a:pt x="929" y="1025"/>
                      </a:cubicBezTo>
                      <a:lnTo>
                        <a:pt x="929" y="1406"/>
                      </a:lnTo>
                      <a:lnTo>
                        <a:pt x="929" y="1775"/>
                      </a:lnTo>
                      <a:cubicBezTo>
                        <a:pt x="929" y="2096"/>
                        <a:pt x="1084" y="2394"/>
                        <a:pt x="1334" y="2573"/>
                      </a:cubicBezTo>
                      <a:cubicBezTo>
                        <a:pt x="560" y="2846"/>
                        <a:pt x="1" y="3561"/>
                        <a:pt x="1" y="4382"/>
                      </a:cubicBezTo>
                      <a:lnTo>
                        <a:pt x="1" y="4954"/>
                      </a:lnTo>
                      <a:cubicBezTo>
                        <a:pt x="1" y="5049"/>
                        <a:pt x="72" y="5121"/>
                        <a:pt x="155" y="5121"/>
                      </a:cubicBezTo>
                      <a:lnTo>
                        <a:pt x="3763" y="5121"/>
                      </a:lnTo>
                      <a:cubicBezTo>
                        <a:pt x="3846" y="5121"/>
                        <a:pt x="3930" y="5049"/>
                        <a:pt x="3930" y="4954"/>
                      </a:cubicBezTo>
                      <a:lnTo>
                        <a:pt x="3930" y="4382"/>
                      </a:lnTo>
                      <a:cubicBezTo>
                        <a:pt x="3930" y="3561"/>
                        <a:pt x="3346" y="2846"/>
                        <a:pt x="2584" y="2573"/>
                      </a:cubicBezTo>
                      <a:cubicBezTo>
                        <a:pt x="2822" y="2382"/>
                        <a:pt x="2989" y="2096"/>
                        <a:pt x="2989" y="1775"/>
                      </a:cubicBezTo>
                      <a:lnTo>
                        <a:pt x="2989" y="1406"/>
                      </a:lnTo>
                      <a:lnTo>
                        <a:pt x="2989" y="1025"/>
                      </a:lnTo>
                      <a:cubicBezTo>
                        <a:pt x="2989" y="465"/>
                        <a:pt x="2525" y="1"/>
                        <a:pt x="19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074;p90">
                  <a:extLst>
                    <a:ext uri="{FF2B5EF4-FFF2-40B4-BE49-F238E27FC236}">
                      <a16:creationId xmlns:a16="http://schemas.microsoft.com/office/drawing/2014/main" id="{0BBE0073-BBA0-ACE0-5387-DF9566755B8C}"/>
                    </a:ext>
                  </a:extLst>
                </p:cNvPr>
                <p:cNvSpPr/>
                <p:nvPr/>
              </p:nvSpPr>
              <p:spPr>
                <a:xfrm>
                  <a:off x="4248428" y="1536124"/>
                  <a:ext cx="253972" cy="152179"/>
                </a:xfrm>
                <a:custGeom>
                  <a:avLst/>
                  <a:gdLst/>
                  <a:ahLst/>
                  <a:cxnLst/>
                  <a:rect l="l" t="t" r="r" b="b"/>
                  <a:pathLst>
                    <a:path w="7979" h="4781" extrusionOk="0">
                      <a:moveTo>
                        <a:pt x="3906" y="0"/>
                      </a:moveTo>
                      <a:cubicBezTo>
                        <a:pt x="3876" y="0"/>
                        <a:pt x="3847" y="6"/>
                        <a:pt x="3823" y="18"/>
                      </a:cubicBezTo>
                      <a:cubicBezTo>
                        <a:pt x="3811" y="30"/>
                        <a:pt x="1775" y="1244"/>
                        <a:pt x="239" y="1244"/>
                      </a:cubicBezTo>
                      <a:cubicBezTo>
                        <a:pt x="156" y="1244"/>
                        <a:pt x="84" y="1304"/>
                        <a:pt x="72" y="1375"/>
                      </a:cubicBezTo>
                      <a:cubicBezTo>
                        <a:pt x="72" y="1387"/>
                        <a:pt x="1" y="1875"/>
                        <a:pt x="1" y="2614"/>
                      </a:cubicBezTo>
                      <a:cubicBezTo>
                        <a:pt x="1" y="2697"/>
                        <a:pt x="72" y="2768"/>
                        <a:pt x="156" y="2768"/>
                      </a:cubicBezTo>
                      <a:cubicBezTo>
                        <a:pt x="251" y="2768"/>
                        <a:pt x="322" y="2697"/>
                        <a:pt x="322" y="2614"/>
                      </a:cubicBezTo>
                      <a:cubicBezTo>
                        <a:pt x="322" y="2137"/>
                        <a:pt x="358" y="1744"/>
                        <a:pt x="382" y="1566"/>
                      </a:cubicBezTo>
                      <a:cubicBezTo>
                        <a:pt x="1037" y="1542"/>
                        <a:pt x="1835" y="1328"/>
                        <a:pt x="2739" y="923"/>
                      </a:cubicBezTo>
                      <a:cubicBezTo>
                        <a:pt x="3299" y="685"/>
                        <a:pt x="3728" y="435"/>
                        <a:pt x="3906" y="351"/>
                      </a:cubicBezTo>
                      <a:cubicBezTo>
                        <a:pt x="4085" y="447"/>
                        <a:pt x="4525" y="685"/>
                        <a:pt x="5085" y="923"/>
                      </a:cubicBezTo>
                      <a:cubicBezTo>
                        <a:pt x="5990" y="1316"/>
                        <a:pt x="6788" y="1542"/>
                        <a:pt x="7442" y="1566"/>
                      </a:cubicBezTo>
                      <a:cubicBezTo>
                        <a:pt x="7478" y="1971"/>
                        <a:pt x="7585" y="3233"/>
                        <a:pt x="7288" y="4590"/>
                      </a:cubicBezTo>
                      <a:cubicBezTo>
                        <a:pt x="7276" y="4673"/>
                        <a:pt x="7323" y="4769"/>
                        <a:pt x="7407" y="4781"/>
                      </a:cubicBezTo>
                      <a:lnTo>
                        <a:pt x="7442" y="4781"/>
                      </a:lnTo>
                      <a:cubicBezTo>
                        <a:pt x="7514" y="4781"/>
                        <a:pt x="7585" y="4733"/>
                        <a:pt x="7597" y="4650"/>
                      </a:cubicBezTo>
                      <a:cubicBezTo>
                        <a:pt x="7978" y="2947"/>
                        <a:pt x="7752" y="1435"/>
                        <a:pt x="7740" y="1375"/>
                      </a:cubicBezTo>
                      <a:cubicBezTo>
                        <a:pt x="7728" y="1304"/>
                        <a:pt x="7669" y="1244"/>
                        <a:pt x="7573" y="1244"/>
                      </a:cubicBezTo>
                      <a:cubicBezTo>
                        <a:pt x="6037" y="1244"/>
                        <a:pt x="4001" y="30"/>
                        <a:pt x="3990" y="18"/>
                      </a:cubicBezTo>
                      <a:cubicBezTo>
                        <a:pt x="3966" y="6"/>
                        <a:pt x="3936" y="0"/>
                        <a:pt x="39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075;p90">
                  <a:extLst>
                    <a:ext uri="{FF2B5EF4-FFF2-40B4-BE49-F238E27FC236}">
                      <a16:creationId xmlns:a16="http://schemas.microsoft.com/office/drawing/2014/main" id="{1BFBAE66-DEF8-E1DC-24F1-D78422F71C43}"/>
                    </a:ext>
                  </a:extLst>
                </p:cNvPr>
                <p:cNvSpPr/>
                <p:nvPr/>
              </p:nvSpPr>
              <p:spPr>
                <a:xfrm>
                  <a:off x="4248428" y="1633270"/>
                  <a:ext cx="238407" cy="187288"/>
                </a:xfrm>
                <a:custGeom>
                  <a:avLst/>
                  <a:gdLst/>
                  <a:ahLst/>
                  <a:cxnLst/>
                  <a:rect l="l" t="t" r="r" b="b"/>
                  <a:pathLst>
                    <a:path w="7490" h="5884" extrusionOk="0">
                      <a:moveTo>
                        <a:pt x="186" y="1"/>
                      </a:moveTo>
                      <a:cubicBezTo>
                        <a:pt x="180" y="1"/>
                        <a:pt x="174" y="1"/>
                        <a:pt x="168" y="2"/>
                      </a:cubicBezTo>
                      <a:cubicBezTo>
                        <a:pt x="72" y="2"/>
                        <a:pt x="1" y="97"/>
                        <a:pt x="13" y="181"/>
                      </a:cubicBezTo>
                      <a:cubicBezTo>
                        <a:pt x="84" y="1383"/>
                        <a:pt x="370" y="2455"/>
                        <a:pt x="846" y="3348"/>
                      </a:cubicBezTo>
                      <a:cubicBezTo>
                        <a:pt x="1501" y="4574"/>
                        <a:pt x="2513" y="5419"/>
                        <a:pt x="3859" y="5860"/>
                      </a:cubicBezTo>
                      <a:cubicBezTo>
                        <a:pt x="3870" y="5860"/>
                        <a:pt x="3882" y="5884"/>
                        <a:pt x="3894" y="5884"/>
                      </a:cubicBezTo>
                      <a:cubicBezTo>
                        <a:pt x="3918" y="5884"/>
                        <a:pt x="3930" y="5884"/>
                        <a:pt x="3942" y="5860"/>
                      </a:cubicBezTo>
                      <a:cubicBezTo>
                        <a:pt x="4811" y="5586"/>
                        <a:pt x="5549" y="5110"/>
                        <a:pt x="6133" y="4503"/>
                      </a:cubicBezTo>
                      <a:cubicBezTo>
                        <a:pt x="6716" y="3872"/>
                        <a:pt x="7157" y="3086"/>
                        <a:pt x="7442" y="2145"/>
                      </a:cubicBezTo>
                      <a:cubicBezTo>
                        <a:pt x="7490" y="2062"/>
                        <a:pt x="7442" y="1967"/>
                        <a:pt x="7347" y="1955"/>
                      </a:cubicBezTo>
                      <a:cubicBezTo>
                        <a:pt x="7330" y="1948"/>
                        <a:pt x="7313" y="1944"/>
                        <a:pt x="7296" y="1944"/>
                      </a:cubicBezTo>
                      <a:cubicBezTo>
                        <a:pt x="7228" y="1944"/>
                        <a:pt x="7164" y="1996"/>
                        <a:pt x="7145" y="2062"/>
                      </a:cubicBezTo>
                      <a:cubicBezTo>
                        <a:pt x="6871" y="2931"/>
                        <a:pt x="6454" y="3693"/>
                        <a:pt x="5906" y="4277"/>
                      </a:cubicBezTo>
                      <a:cubicBezTo>
                        <a:pt x="5371" y="4836"/>
                        <a:pt x="4704" y="5265"/>
                        <a:pt x="3894" y="5539"/>
                      </a:cubicBezTo>
                      <a:cubicBezTo>
                        <a:pt x="2668" y="5122"/>
                        <a:pt x="1727" y="4336"/>
                        <a:pt x="1132" y="3181"/>
                      </a:cubicBezTo>
                      <a:cubicBezTo>
                        <a:pt x="680" y="2336"/>
                        <a:pt x="418" y="1312"/>
                        <a:pt x="346" y="157"/>
                      </a:cubicBezTo>
                      <a:cubicBezTo>
                        <a:pt x="346" y="69"/>
                        <a:pt x="264" y="1"/>
                        <a:pt x="1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076;p90">
                  <a:extLst>
                    <a:ext uri="{FF2B5EF4-FFF2-40B4-BE49-F238E27FC236}">
                      <a16:creationId xmlns:a16="http://schemas.microsoft.com/office/drawing/2014/main" id="{332FCCB2-83F9-1C76-7F0E-208CB5236B4A}"/>
                    </a:ext>
                  </a:extLst>
                </p:cNvPr>
                <p:cNvSpPr/>
                <p:nvPr/>
              </p:nvSpPr>
              <p:spPr>
                <a:xfrm>
                  <a:off x="4212426" y="1502384"/>
                  <a:ext cx="321037" cy="353822"/>
                </a:xfrm>
                <a:custGeom>
                  <a:avLst/>
                  <a:gdLst/>
                  <a:ahLst/>
                  <a:cxnLst/>
                  <a:rect l="l" t="t" r="r" b="b"/>
                  <a:pathLst>
                    <a:path w="10086" h="11116" extrusionOk="0">
                      <a:moveTo>
                        <a:pt x="5061" y="316"/>
                      </a:moveTo>
                      <a:cubicBezTo>
                        <a:pt x="5263" y="435"/>
                        <a:pt x="5811" y="757"/>
                        <a:pt x="6549" y="1066"/>
                      </a:cubicBezTo>
                      <a:cubicBezTo>
                        <a:pt x="7692" y="1554"/>
                        <a:pt x="8692" y="1828"/>
                        <a:pt x="9526" y="1852"/>
                      </a:cubicBezTo>
                      <a:cubicBezTo>
                        <a:pt x="9550" y="2328"/>
                        <a:pt x="9693" y="3876"/>
                        <a:pt x="9335" y="5579"/>
                      </a:cubicBezTo>
                      <a:cubicBezTo>
                        <a:pt x="9073" y="6745"/>
                        <a:pt x="8645" y="7757"/>
                        <a:pt x="8049" y="8591"/>
                      </a:cubicBezTo>
                      <a:cubicBezTo>
                        <a:pt x="7311" y="9603"/>
                        <a:pt x="6299" y="10341"/>
                        <a:pt x="5049" y="10770"/>
                      </a:cubicBezTo>
                      <a:cubicBezTo>
                        <a:pt x="3799" y="10341"/>
                        <a:pt x="2775" y="9603"/>
                        <a:pt x="2037" y="8591"/>
                      </a:cubicBezTo>
                      <a:cubicBezTo>
                        <a:pt x="1430" y="7781"/>
                        <a:pt x="989" y="6745"/>
                        <a:pt x="751" y="5579"/>
                      </a:cubicBezTo>
                      <a:cubicBezTo>
                        <a:pt x="394" y="3876"/>
                        <a:pt x="537" y="2316"/>
                        <a:pt x="596" y="1852"/>
                      </a:cubicBezTo>
                      <a:cubicBezTo>
                        <a:pt x="1406" y="1828"/>
                        <a:pt x="2418" y="1554"/>
                        <a:pt x="3573" y="1066"/>
                      </a:cubicBezTo>
                      <a:cubicBezTo>
                        <a:pt x="4299" y="757"/>
                        <a:pt x="4847" y="435"/>
                        <a:pt x="5061" y="316"/>
                      </a:cubicBezTo>
                      <a:close/>
                      <a:moveTo>
                        <a:pt x="5037" y="1"/>
                      </a:moveTo>
                      <a:cubicBezTo>
                        <a:pt x="5007" y="1"/>
                        <a:pt x="4978" y="7"/>
                        <a:pt x="4954" y="18"/>
                      </a:cubicBezTo>
                      <a:cubicBezTo>
                        <a:pt x="4930" y="30"/>
                        <a:pt x="2370" y="1554"/>
                        <a:pt x="441" y="1554"/>
                      </a:cubicBezTo>
                      <a:cubicBezTo>
                        <a:pt x="370" y="1554"/>
                        <a:pt x="299" y="1614"/>
                        <a:pt x="287" y="1685"/>
                      </a:cubicBezTo>
                      <a:cubicBezTo>
                        <a:pt x="263" y="1769"/>
                        <a:pt x="1" y="3578"/>
                        <a:pt x="429" y="5650"/>
                      </a:cubicBezTo>
                      <a:cubicBezTo>
                        <a:pt x="680" y="6865"/>
                        <a:pt x="1132" y="7924"/>
                        <a:pt x="1775" y="8793"/>
                      </a:cubicBezTo>
                      <a:cubicBezTo>
                        <a:pt x="2561" y="9877"/>
                        <a:pt x="3644" y="10651"/>
                        <a:pt x="5001" y="11091"/>
                      </a:cubicBezTo>
                      <a:cubicBezTo>
                        <a:pt x="5013" y="11091"/>
                        <a:pt x="5025" y="11115"/>
                        <a:pt x="5049" y="11115"/>
                      </a:cubicBezTo>
                      <a:cubicBezTo>
                        <a:pt x="5061" y="11115"/>
                        <a:pt x="5073" y="11115"/>
                        <a:pt x="5085" y="11091"/>
                      </a:cubicBezTo>
                      <a:cubicBezTo>
                        <a:pt x="6430" y="10651"/>
                        <a:pt x="7514" y="9877"/>
                        <a:pt x="8323" y="8793"/>
                      </a:cubicBezTo>
                      <a:cubicBezTo>
                        <a:pt x="8954" y="7924"/>
                        <a:pt x="9407" y="6865"/>
                        <a:pt x="9657" y="5650"/>
                      </a:cubicBezTo>
                      <a:cubicBezTo>
                        <a:pt x="10085" y="3566"/>
                        <a:pt x="9812" y="1769"/>
                        <a:pt x="9788" y="1685"/>
                      </a:cubicBezTo>
                      <a:cubicBezTo>
                        <a:pt x="9776" y="1614"/>
                        <a:pt x="9716" y="1554"/>
                        <a:pt x="9633" y="1554"/>
                      </a:cubicBezTo>
                      <a:cubicBezTo>
                        <a:pt x="7692" y="1554"/>
                        <a:pt x="5132" y="42"/>
                        <a:pt x="5121" y="18"/>
                      </a:cubicBezTo>
                      <a:cubicBezTo>
                        <a:pt x="5097" y="7"/>
                        <a:pt x="5067" y="1"/>
                        <a:pt x="50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TextBox 79">
                <a:extLst>
                  <a:ext uri="{FF2B5EF4-FFF2-40B4-BE49-F238E27FC236}">
                    <a16:creationId xmlns:a16="http://schemas.microsoft.com/office/drawing/2014/main" id="{39B9CD73-96CB-BB81-6066-6AC232B21191}"/>
                  </a:ext>
                </a:extLst>
              </p:cNvPr>
              <p:cNvSpPr txBox="1"/>
              <p:nvPr/>
            </p:nvSpPr>
            <p:spPr>
              <a:xfrm>
                <a:off x="7345738" y="4182757"/>
                <a:ext cx="1161829" cy="369332"/>
              </a:xfrm>
              <a:prstGeom prst="rect">
                <a:avLst/>
              </a:prstGeom>
              <a:noFill/>
            </p:spPr>
            <p:txBody>
              <a:bodyPr wrap="squar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Security</a:t>
                </a:r>
              </a:p>
            </p:txBody>
          </p:sp>
        </p:grpSp>
        <p:grpSp>
          <p:nvGrpSpPr>
            <p:cNvPr id="98" name="Group 97">
              <a:extLst>
                <a:ext uri="{FF2B5EF4-FFF2-40B4-BE49-F238E27FC236}">
                  <a16:creationId xmlns:a16="http://schemas.microsoft.com/office/drawing/2014/main" id="{1CD9C8C3-D84A-9999-D1BF-4F0E91905B1A}"/>
                </a:ext>
              </a:extLst>
            </p:cNvPr>
            <p:cNvGrpSpPr/>
            <p:nvPr/>
          </p:nvGrpSpPr>
          <p:grpSpPr>
            <a:xfrm>
              <a:off x="6726508" y="3285735"/>
              <a:ext cx="1845425" cy="576585"/>
              <a:chOff x="6720330" y="2480065"/>
              <a:chExt cx="1845425" cy="576585"/>
            </a:xfrm>
          </p:grpSpPr>
          <p:grpSp>
            <p:nvGrpSpPr>
              <p:cNvPr id="66" name="Google Shape;11837;p87">
                <a:extLst>
                  <a:ext uri="{FF2B5EF4-FFF2-40B4-BE49-F238E27FC236}">
                    <a16:creationId xmlns:a16="http://schemas.microsoft.com/office/drawing/2014/main" id="{5CC801C1-1A47-5DA9-CD0A-2589CCF80B7D}"/>
                  </a:ext>
                </a:extLst>
              </p:cNvPr>
              <p:cNvGrpSpPr>
                <a:grpSpLocks noChangeAspect="1"/>
              </p:cNvGrpSpPr>
              <p:nvPr/>
            </p:nvGrpSpPr>
            <p:grpSpPr>
              <a:xfrm>
                <a:off x="6720330" y="2480065"/>
                <a:ext cx="558653" cy="576585"/>
                <a:chOff x="3560600" y="3763338"/>
                <a:chExt cx="352345" cy="363655"/>
              </a:xfrm>
              <a:solidFill>
                <a:schemeClr val="accent1">
                  <a:lumMod val="40000"/>
                  <a:lumOff val="60000"/>
                </a:schemeClr>
              </a:solidFill>
            </p:grpSpPr>
            <p:sp>
              <p:nvSpPr>
                <p:cNvPr id="67" name="Google Shape;11838;p87">
                  <a:extLst>
                    <a:ext uri="{FF2B5EF4-FFF2-40B4-BE49-F238E27FC236}">
                      <a16:creationId xmlns:a16="http://schemas.microsoft.com/office/drawing/2014/main" id="{17E867D4-B42B-DF0D-FAA2-28C3ECD2EC00}"/>
                    </a:ext>
                  </a:extLst>
                </p:cNvPr>
                <p:cNvSpPr/>
                <p:nvPr/>
              </p:nvSpPr>
              <p:spPr>
                <a:xfrm>
                  <a:off x="3665841" y="3763338"/>
                  <a:ext cx="143352" cy="173543"/>
                </a:xfrm>
                <a:custGeom>
                  <a:avLst/>
                  <a:gdLst/>
                  <a:ahLst/>
                  <a:cxnLst/>
                  <a:rect l="l" t="t" r="r" b="b"/>
                  <a:pathLst>
                    <a:path w="4525" h="5478" extrusionOk="0">
                      <a:moveTo>
                        <a:pt x="2251" y="1"/>
                      </a:moveTo>
                      <a:cubicBezTo>
                        <a:pt x="1691" y="1"/>
                        <a:pt x="1179" y="191"/>
                        <a:pt x="774" y="549"/>
                      </a:cubicBezTo>
                      <a:cubicBezTo>
                        <a:pt x="370" y="906"/>
                        <a:pt x="108" y="1382"/>
                        <a:pt x="12" y="1918"/>
                      </a:cubicBezTo>
                      <a:cubicBezTo>
                        <a:pt x="0" y="2013"/>
                        <a:pt x="60" y="2096"/>
                        <a:pt x="143" y="2120"/>
                      </a:cubicBezTo>
                      <a:cubicBezTo>
                        <a:pt x="151" y="2121"/>
                        <a:pt x="159" y="2122"/>
                        <a:pt x="167" y="2122"/>
                      </a:cubicBezTo>
                      <a:cubicBezTo>
                        <a:pt x="252" y="2122"/>
                        <a:pt x="324" y="2064"/>
                        <a:pt x="346" y="1977"/>
                      </a:cubicBezTo>
                      <a:cubicBezTo>
                        <a:pt x="477" y="1049"/>
                        <a:pt x="1286" y="346"/>
                        <a:pt x="2239" y="346"/>
                      </a:cubicBezTo>
                      <a:cubicBezTo>
                        <a:pt x="3299" y="346"/>
                        <a:pt x="4168" y="1203"/>
                        <a:pt x="4168" y="2263"/>
                      </a:cubicBezTo>
                      <a:cubicBezTo>
                        <a:pt x="4168" y="3096"/>
                        <a:pt x="3632" y="3847"/>
                        <a:pt x="2822" y="4097"/>
                      </a:cubicBezTo>
                      <a:cubicBezTo>
                        <a:pt x="2775" y="4108"/>
                        <a:pt x="2751" y="4144"/>
                        <a:pt x="2739" y="4168"/>
                      </a:cubicBezTo>
                      <a:lnTo>
                        <a:pt x="2239" y="4990"/>
                      </a:lnTo>
                      <a:lnTo>
                        <a:pt x="1751" y="4168"/>
                      </a:lnTo>
                      <a:cubicBezTo>
                        <a:pt x="1739" y="4144"/>
                        <a:pt x="1691" y="4108"/>
                        <a:pt x="1667" y="4097"/>
                      </a:cubicBezTo>
                      <a:cubicBezTo>
                        <a:pt x="977" y="3870"/>
                        <a:pt x="477" y="3287"/>
                        <a:pt x="358" y="2573"/>
                      </a:cubicBezTo>
                      <a:cubicBezTo>
                        <a:pt x="347" y="2496"/>
                        <a:pt x="266" y="2440"/>
                        <a:pt x="189" y="2440"/>
                      </a:cubicBezTo>
                      <a:cubicBezTo>
                        <a:pt x="182" y="2440"/>
                        <a:pt x="174" y="2441"/>
                        <a:pt x="167" y="2442"/>
                      </a:cubicBezTo>
                      <a:cubicBezTo>
                        <a:pt x="72" y="2454"/>
                        <a:pt x="12" y="2549"/>
                        <a:pt x="24" y="2632"/>
                      </a:cubicBezTo>
                      <a:cubicBezTo>
                        <a:pt x="108" y="3049"/>
                        <a:pt x="286" y="3418"/>
                        <a:pt x="548" y="3739"/>
                      </a:cubicBezTo>
                      <a:cubicBezTo>
                        <a:pt x="798" y="4037"/>
                        <a:pt x="1132" y="4251"/>
                        <a:pt x="1501" y="4394"/>
                      </a:cubicBezTo>
                      <a:lnTo>
                        <a:pt x="2108" y="5406"/>
                      </a:lnTo>
                      <a:cubicBezTo>
                        <a:pt x="2144" y="5442"/>
                        <a:pt x="2203" y="5478"/>
                        <a:pt x="2263" y="5478"/>
                      </a:cubicBezTo>
                      <a:cubicBezTo>
                        <a:pt x="2322" y="5478"/>
                        <a:pt x="2382" y="5442"/>
                        <a:pt x="2406" y="5406"/>
                      </a:cubicBezTo>
                      <a:lnTo>
                        <a:pt x="3025" y="4394"/>
                      </a:lnTo>
                      <a:cubicBezTo>
                        <a:pt x="3930" y="4073"/>
                        <a:pt x="4525" y="3227"/>
                        <a:pt x="4525" y="2263"/>
                      </a:cubicBezTo>
                      <a:cubicBezTo>
                        <a:pt x="4489" y="1013"/>
                        <a:pt x="3477" y="1"/>
                        <a:pt x="2251" y="1"/>
                      </a:cubicBezTo>
                      <a:close/>
                    </a:path>
                  </a:pathLst>
                </a:custGeom>
                <a:grpFill/>
                <a:ln>
                  <a:solidFill>
                    <a:schemeClr val="accent3">
                      <a:lumMod val="60000"/>
                      <a:lumOff val="4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839;p87">
                  <a:extLst>
                    <a:ext uri="{FF2B5EF4-FFF2-40B4-BE49-F238E27FC236}">
                      <a16:creationId xmlns:a16="http://schemas.microsoft.com/office/drawing/2014/main" id="{64AA4990-579A-7823-2DD8-09255DAE9C1D}"/>
                    </a:ext>
                  </a:extLst>
                </p:cNvPr>
                <p:cNvSpPr/>
                <p:nvPr/>
              </p:nvSpPr>
              <p:spPr>
                <a:xfrm>
                  <a:off x="3696761" y="3794099"/>
                  <a:ext cx="82653" cy="78661"/>
                </a:xfrm>
                <a:custGeom>
                  <a:avLst/>
                  <a:gdLst/>
                  <a:ahLst/>
                  <a:cxnLst/>
                  <a:rect l="l" t="t" r="r" b="b"/>
                  <a:pathLst>
                    <a:path w="2609" h="2483" extrusionOk="0">
                      <a:moveTo>
                        <a:pt x="1584" y="328"/>
                      </a:moveTo>
                      <a:cubicBezTo>
                        <a:pt x="1727" y="328"/>
                        <a:pt x="1882" y="387"/>
                        <a:pt x="2001" y="506"/>
                      </a:cubicBezTo>
                      <a:cubicBezTo>
                        <a:pt x="2239" y="732"/>
                        <a:pt x="2239" y="1102"/>
                        <a:pt x="2001" y="1340"/>
                      </a:cubicBezTo>
                      <a:cubicBezTo>
                        <a:pt x="1888" y="1453"/>
                        <a:pt x="1736" y="1509"/>
                        <a:pt x="1584" y="1509"/>
                      </a:cubicBezTo>
                      <a:cubicBezTo>
                        <a:pt x="1433" y="1509"/>
                        <a:pt x="1281" y="1453"/>
                        <a:pt x="1168" y="1340"/>
                      </a:cubicBezTo>
                      <a:cubicBezTo>
                        <a:pt x="941" y="1113"/>
                        <a:pt x="941" y="732"/>
                        <a:pt x="1168" y="506"/>
                      </a:cubicBezTo>
                      <a:cubicBezTo>
                        <a:pt x="1287" y="387"/>
                        <a:pt x="1430" y="328"/>
                        <a:pt x="1584" y="328"/>
                      </a:cubicBezTo>
                      <a:close/>
                      <a:moveTo>
                        <a:pt x="1584" y="0"/>
                      </a:moveTo>
                      <a:cubicBezTo>
                        <a:pt x="1346" y="0"/>
                        <a:pt x="1108" y="89"/>
                        <a:pt x="929" y="268"/>
                      </a:cubicBezTo>
                      <a:cubicBezTo>
                        <a:pt x="596" y="590"/>
                        <a:pt x="572" y="1090"/>
                        <a:pt x="822" y="1447"/>
                      </a:cubicBezTo>
                      <a:lnTo>
                        <a:pt x="60" y="2197"/>
                      </a:lnTo>
                      <a:cubicBezTo>
                        <a:pt x="1" y="2256"/>
                        <a:pt x="1" y="2375"/>
                        <a:pt x="60" y="2435"/>
                      </a:cubicBezTo>
                      <a:cubicBezTo>
                        <a:pt x="96" y="2471"/>
                        <a:pt x="144" y="2483"/>
                        <a:pt x="179" y="2483"/>
                      </a:cubicBezTo>
                      <a:cubicBezTo>
                        <a:pt x="227" y="2483"/>
                        <a:pt x="275" y="2471"/>
                        <a:pt x="298" y="2435"/>
                      </a:cubicBezTo>
                      <a:lnTo>
                        <a:pt x="1060" y="1685"/>
                      </a:lnTo>
                      <a:cubicBezTo>
                        <a:pt x="1227" y="1780"/>
                        <a:pt x="1406" y="1840"/>
                        <a:pt x="1584" y="1840"/>
                      </a:cubicBezTo>
                      <a:cubicBezTo>
                        <a:pt x="1822" y="1840"/>
                        <a:pt x="2061" y="1756"/>
                        <a:pt x="2239" y="1578"/>
                      </a:cubicBezTo>
                      <a:cubicBezTo>
                        <a:pt x="2608" y="1209"/>
                        <a:pt x="2608" y="625"/>
                        <a:pt x="2239" y="268"/>
                      </a:cubicBezTo>
                      <a:cubicBezTo>
                        <a:pt x="2061" y="89"/>
                        <a:pt x="1822" y="0"/>
                        <a:pt x="1584" y="0"/>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1840;p87">
                  <a:extLst>
                    <a:ext uri="{FF2B5EF4-FFF2-40B4-BE49-F238E27FC236}">
                      <a16:creationId xmlns:a16="http://schemas.microsoft.com/office/drawing/2014/main" id="{A51E62F6-BA08-55BF-6B78-21BC150EF4C5}"/>
                    </a:ext>
                  </a:extLst>
                </p:cNvPr>
                <p:cNvSpPr/>
                <p:nvPr/>
              </p:nvSpPr>
              <p:spPr>
                <a:xfrm>
                  <a:off x="3560600" y="3916574"/>
                  <a:ext cx="352345" cy="210419"/>
                </a:xfrm>
                <a:custGeom>
                  <a:avLst/>
                  <a:gdLst/>
                  <a:ahLst/>
                  <a:cxnLst/>
                  <a:rect l="l" t="t" r="r" b="b"/>
                  <a:pathLst>
                    <a:path w="11122" h="6642" extrusionOk="0">
                      <a:moveTo>
                        <a:pt x="3037" y="391"/>
                      </a:moveTo>
                      <a:lnTo>
                        <a:pt x="5394" y="1176"/>
                      </a:lnTo>
                      <a:lnTo>
                        <a:pt x="5394" y="1296"/>
                      </a:lnTo>
                      <a:lnTo>
                        <a:pt x="3037" y="510"/>
                      </a:lnTo>
                      <a:lnTo>
                        <a:pt x="3037" y="391"/>
                      </a:lnTo>
                      <a:close/>
                      <a:moveTo>
                        <a:pt x="8085" y="391"/>
                      </a:moveTo>
                      <a:lnTo>
                        <a:pt x="8085" y="510"/>
                      </a:lnTo>
                      <a:lnTo>
                        <a:pt x="5728" y="1296"/>
                      </a:lnTo>
                      <a:lnTo>
                        <a:pt x="5728" y="1176"/>
                      </a:lnTo>
                      <a:lnTo>
                        <a:pt x="8085" y="391"/>
                      </a:lnTo>
                      <a:close/>
                      <a:moveTo>
                        <a:pt x="2691" y="855"/>
                      </a:moveTo>
                      <a:lnTo>
                        <a:pt x="2691" y="4975"/>
                      </a:lnTo>
                      <a:lnTo>
                        <a:pt x="2680" y="4975"/>
                      </a:lnTo>
                      <a:lnTo>
                        <a:pt x="786" y="5594"/>
                      </a:lnTo>
                      <a:lnTo>
                        <a:pt x="786" y="1486"/>
                      </a:lnTo>
                      <a:lnTo>
                        <a:pt x="2691" y="855"/>
                      </a:lnTo>
                      <a:close/>
                      <a:moveTo>
                        <a:pt x="8085" y="867"/>
                      </a:moveTo>
                      <a:lnTo>
                        <a:pt x="8085" y="4975"/>
                      </a:lnTo>
                      <a:lnTo>
                        <a:pt x="8049" y="4975"/>
                      </a:lnTo>
                      <a:lnTo>
                        <a:pt x="5728" y="5748"/>
                      </a:lnTo>
                      <a:lnTo>
                        <a:pt x="5728" y="1641"/>
                      </a:lnTo>
                      <a:lnTo>
                        <a:pt x="5763" y="1641"/>
                      </a:lnTo>
                      <a:lnTo>
                        <a:pt x="8085" y="867"/>
                      </a:lnTo>
                      <a:close/>
                      <a:moveTo>
                        <a:pt x="3037" y="879"/>
                      </a:moveTo>
                      <a:lnTo>
                        <a:pt x="5358" y="1653"/>
                      </a:lnTo>
                      <a:lnTo>
                        <a:pt x="5394" y="1653"/>
                      </a:lnTo>
                      <a:lnTo>
                        <a:pt x="5394" y="5760"/>
                      </a:lnTo>
                      <a:lnTo>
                        <a:pt x="3072" y="4986"/>
                      </a:lnTo>
                      <a:lnTo>
                        <a:pt x="3037" y="4986"/>
                      </a:lnTo>
                      <a:lnTo>
                        <a:pt x="3037" y="879"/>
                      </a:lnTo>
                      <a:close/>
                      <a:moveTo>
                        <a:pt x="3037" y="5320"/>
                      </a:moveTo>
                      <a:lnTo>
                        <a:pt x="5394" y="6106"/>
                      </a:lnTo>
                      <a:lnTo>
                        <a:pt x="5394" y="6225"/>
                      </a:lnTo>
                      <a:lnTo>
                        <a:pt x="3037" y="5439"/>
                      </a:lnTo>
                      <a:lnTo>
                        <a:pt x="3037" y="5320"/>
                      </a:lnTo>
                      <a:close/>
                      <a:moveTo>
                        <a:pt x="8085" y="5320"/>
                      </a:moveTo>
                      <a:lnTo>
                        <a:pt x="8085" y="5439"/>
                      </a:lnTo>
                      <a:lnTo>
                        <a:pt x="5728" y="6225"/>
                      </a:lnTo>
                      <a:lnTo>
                        <a:pt x="5728" y="6106"/>
                      </a:lnTo>
                      <a:lnTo>
                        <a:pt x="8085" y="5320"/>
                      </a:lnTo>
                      <a:close/>
                      <a:moveTo>
                        <a:pt x="2715" y="414"/>
                      </a:moveTo>
                      <a:lnTo>
                        <a:pt x="2715" y="510"/>
                      </a:lnTo>
                      <a:lnTo>
                        <a:pt x="584" y="1224"/>
                      </a:lnTo>
                      <a:cubicBezTo>
                        <a:pt x="513" y="1248"/>
                        <a:pt x="465" y="1307"/>
                        <a:pt x="465" y="1391"/>
                      </a:cubicBezTo>
                      <a:lnTo>
                        <a:pt x="465" y="5856"/>
                      </a:lnTo>
                      <a:cubicBezTo>
                        <a:pt x="465" y="5915"/>
                        <a:pt x="489" y="5951"/>
                        <a:pt x="536" y="5987"/>
                      </a:cubicBezTo>
                      <a:cubicBezTo>
                        <a:pt x="571" y="6004"/>
                        <a:pt x="613" y="6015"/>
                        <a:pt x="651" y="6015"/>
                      </a:cubicBezTo>
                      <a:cubicBezTo>
                        <a:pt x="665" y="6015"/>
                        <a:pt x="678" y="6014"/>
                        <a:pt x="691" y="6010"/>
                      </a:cubicBezTo>
                      <a:lnTo>
                        <a:pt x="2715" y="5344"/>
                      </a:lnTo>
                      <a:lnTo>
                        <a:pt x="2715" y="5463"/>
                      </a:lnTo>
                      <a:lnTo>
                        <a:pt x="358" y="6249"/>
                      </a:lnTo>
                      <a:lnTo>
                        <a:pt x="358" y="1200"/>
                      </a:lnTo>
                      <a:lnTo>
                        <a:pt x="2715" y="414"/>
                      </a:lnTo>
                      <a:close/>
                      <a:moveTo>
                        <a:pt x="2864" y="1"/>
                      </a:moveTo>
                      <a:cubicBezTo>
                        <a:pt x="2846" y="1"/>
                        <a:pt x="2828" y="4"/>
                        <a:pt x="2811" y="10"/>
                      </a:cubicBezTo>
                      <a:lnTo>
                        <a:pt x="120" y="903"/>
                      </a:lnTo>
                      <a:cubicBezTo>
                        <a:pt x="48" y="938"/>
                        <a:pt x="1" y="998"/>
                        <a:pt x="1" y="1069"/>
                      </a:cubicBezTo>
                      <a:lnTo>
                        <a:pt x="1" y="6475"/>
                      </a:lnTo>
                      <a:cubicBezTo>
                        <a:pt x="1" y="6534"/>
                        <a:pt x="36" y="6582"/>
                        <a:pt x="72" y="6606"/>
                      </a:cubicBezTo>
                      <a:cubicBezTo>
                        <a:pt x="108" y="6618"/>
                        <a:pt x="132" y="6641"/>
                        <a:pt x="179" y="6641"/>
                      </a:cubicBezTo>
                      <a:cubicBezTo>
                        <a:pt x="191" y="6641"/>
                        <a:pt x="215" y="6641"/>
                        <a:pt x="239" y="6618"/>
                      </a:cubicBezTo>
                      <a:lnTo>
                        <a:pt x="2870" y="5748"/>
                      </a:lnTo>
                      <a:lnTo>
                        <a:pt x="5513" y="6618"/>
                      </a:lnTo>
                      <a:cubicBezTo>
                        <a:pt x="5525" y="6630"/>
                        <a:pt x="5543" y="6635"/>
                        <a:pt x="5561" y="6635"/>
                      </a:cubicBezTo>
                      <a:cubicBezTo>
                        <a:pt x="5579" y="6635"/>
                        <a:pt x="5597" y="6630"/>
                        <a:pt x="5608" y="6618"/>
                      </a:cubicBezTo>
                      <a:lnTo>
                        <a:pt x="8252" y="5737"/>
                      </a:lnTo>
                      <a:lnTo>
                        <a:pt x="10883" y="6606"/>
                      </a:lnTo>
                      <a:cubicBezTo>
                        <a:pt x="10895" y="6606"/>
                        <a:pt x="10907" y="6630"/>
                        <a:pt x="10942" y="6630"/>
                      </a:cubicBezTo>
                      <a:cubicBezTo>
                        <a:pt x="10966" y="6630"/>
                        <a:pt x="11014" y="6606"/>
                        <a:pt x="11050" y="6594"/>
                      </a:cubicBezTo>
                      <a:cubicBezTo>
                        <a:pt x="11085" y="6558"/>
                        <a:pt x="11121" y="6510"/>
                        <a:pt x="11121" y="6463"/>
                      </a:cubicBezTo>
                      <a:lnTo>
                        <a:pt x="11121" y="3510"/>
                      </a:lnTo>
                      <a:cubicBezTo>
                        <a:pt x="11121" y="3427"/>
                        <a:pt x="11050" y="3355"/>
                        <a:pt x="10954" y="3355"/>
                      </a:cubicBezTo>
                      <a:cubicBezTo>
                        <a:pt x="10871" y="3355"/>
                        <a:pt x="10788" y="3427"/>
                        <a:pt x="10788" y="3510"/>
                      </a:cubicBezTo>
                      <a:lnTo>
                        <a:pt x="10788" y="6225"/>
                      </a:lnTo>
                      <a:lnTo>
                        <a:pt x="8442" y="5439"/>
                      </a:lnTo>
                      <a:lnTo>
                        <a:pt x="8442" y="5320"/>
                      </a:lnTo>
                      <a:lnTo>
                        <a:pt x="10466" y="5987"/>
                      </a:lnTo>
                      <a:cubicBezTo>
                        <a:pt x="10482" y="5991"/>
                        <a:pt x="10499" y="5993"/>
                        <a:pt x="10516" y="5993"/>
                      </a:cubicBezTo>
                      <a:cubicBezTo>
                        <a:pt x="10551" y="5993"/>
                        <a:pt x="10585" y="5983"/>
                        <a:pt x="10609" y="5951"/>
                      </a:cubicBezTo>
                      <a:cubicBezTo>
                        <a:pt x="10657" y="5927"/>
                        <a:pt x="10692" y="5868"/>
                        <a:pt x="10692" y="5820"/>
                      </a:cubicBezTo>
                      <a:lnTo>
                        <a:pt x="10692" y="3486"/>
                      </a:lnTo>
                      <a:cubicBezTo>
                        <a:pt x="10692" y="3391"/>
                        <a:pt x="10609" y="3320"/>
                        <a:pt x="10526" y="3320"/>
                      </a:cubicBezTo>
                      <a:cubicBezTo>
                        <a:pt x="10431" y="3320"/>
                        <a:pt x="10359" y="3391"/>
                        <a:pt x="10359" y="3486"/>
                      </a:cubicBezTo>
                      <a:lnTo>
                        <a:pt x="10359" y="5582"/>
                      </a:lnTo>
                      <a:lnTo>
                        <a:pt x="8466" y="4963"/>
                      </a:lnTo>
                      <a:lnTo>
                        <a:pt x="8442" y="4963"/>
                      </a:lnTo>
                      <a:lnTo>
                        <a:pt x="8442" y="855"/>
                      </a:lnTo>
                      <a:lnTo>
                        <a:pt x="10347" y="1486"/>
                      </a:lnTo>
                      <a:lnTo>
                        <a:pt x="10347" y="2843"/>
                      </a:lnTo>
                      <a:cubicBezTo>
                        <a:pt x="10347" y="2939"/>
                        <a:pt x="10419" y="3010"/>
                        <a:pt x="10514" y="3010"/>
                      </a:cubicBezTo>
                      <a:cubicBezTo>
                        <a:pt x="10597" y="3010"/>
                        <a:pt x="10669" y="2939"/>
                        <a:pt x="10669" y="2843"/>
                      </a:cubicBezTo>
                      <a:lnTo>
                        <a:pt x="10669" y="1367"/>
                      </a:lnTo>
                      <a:cubicBezTo>
                        <a:pt x="10669" y="1296"/>
                        <a:pt x="10633" y="1236"/>
                        <a:pt x="10550" y="1212"/>
                      </a:cubicBezTo>
                      <a:lnTo>
                        <a:pt x="8430" y="498"/>
                      </a:lnTo>
                      <a:lnTo>
                        <a:pt x="8430" y="379"/>
                      </a:lnTo>
                      <a:lnTo>
                        <a:pt x="10776" y="1165"/>
                      </a:lnTo>
                      <a:lnTo>
                        <a:pt x="10776" y="2831"/>
                      </a:lnTo>
                      <a:cubicBezTo>
                        <a:pt x="10776" y="2939"/>
                        <a:pt x="10847" y="3022"/>
                        <a:pt x="10942" y="3022"/>
                      </a:cubicBezTo>
                      <a:cubicBezTo>
                        <a:pt x="11026" y="3022"/>
                        <a:pt x="11109" y="2951"/>
                        <a:pt x="11109" y="2855"/>
                      </a:cubicBezTo>
                      <a:lnTo>
                        <a:pt x="11109" y="1069"/>
                      </a:lnTo>
                      <a:cubicBezTo>
                        <a:pt x="11109" y="998"/>
                        <a:pt x="11062" y="938"/>
                        <a:pt x="10990" y="903"/>
                      </a:cubicBezTo>
                      <a:lnTo>
                        <a:pt x="8287" y="10"/>
                      </a:lnTo>
                      <a:cubicBezTo>
                        <a:pt x="8275" y="4"/>
                        <a:pt x="8258" y="1"/>
                        <a:pt x="8240" y="1"/>
                      </a:cubicBezTo>
                      <a:cubicBezTo>
                        <a:pt x="8222" y="1"/>
                        <a:pt x="8204" y="4"/>
                        <a:pt x="8192" y="10"/>
                      </a:cubicBezTo>
                      <a:lnTo>
                        <a:pt x="5549" y="891"/>
                      </a:lnTo>
                      <a:lnTo>
                        <a:pt x="2918" y="10"/>
                      </a:lnTo>
                      <a:cubicBezTo>
                        <a:pt x="2900" y="4"/>
                        <a:pt x="2882" y="1"/>
                        <a:pt x="2864"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1" name="TextBox 80">
                <a:extLst>
                  <a:ext uri="{FF2B5EF4-FFF2-40B4-BE49-F238E27FC236}">
                    <a16:creationId xmlns:a16="http://schemas.microsoft.com/office/drawing/2014/main" id="{E6106DCF-9AD0-625A-7343-1C846C26EFAC}"/>
                  </a:ext>
                </a:extLst>
              </p:cNvPr>
              <p:cNvSpPr txBox="1"/>
              <p:nvPr/>
            </p:nvSpPr>
            <p:spPr>
              <a:xfrm>
                <a:off x="7308680" y="2640147"/>
                <a:ext cx="1257075" cy="369332"/>
              </a:xfrm>
              <a:prstGeom prst="rect">
                <a:avLst/>
              </a:prstGeom>
              <a:noFill/>
            </p:spPr>
            <p:txBody>
              <a:bodyPr wrap="none" rtlCol="0">
                <a:spAutoFit/>
              </a:bodyPr>
              <a:lstStyle/>
              <a:p>
                <a:r>
                  <a:rPr lang="en-US" dirty="0"/>
                  <a:t>Guidelines</a:t>
                </a:r>
              </a:p>
            </p:txBody>
          </p:sp>
        </p:grpSp>
      </p:grpSp>
      <p:grpSp>
        <p:nvGrpSpPr>
          <p:cNvPr id="102" name="Group 101">
            <a:extLst>
              <a:ext uri="{FF2B5EF4-FFF2-40B4-BE49-F238E27FC236}">
                <a16:creationId xmlns:a16="http://schemas.microsoft.com/office/drawing/2014/main" id="{7F1FB6D3-AE7A-DB56-74BD-67BBFE34D535}"/>
              </a:ext>
            </a:extLst>
          </p:cNvPr>
          <p:cNvGrpSpPr/>
          <p:nvPr/>
        </p:nvGrpSpPr>
        <p:grpSpPr>
          <a:xfrm>
            <a:off x="470016" y="1733303"/>
            <a:ext cx="3153427" cy="3302569"/>
            <a:chOff x="470016" y="1733303"/>
            <a:chExt cx="3153427" cy="3302569"/>
          </a:xfrm>
        </p:grpSpPr>
        <p:sp>
          <p:nvSpPr>
            <p:cNvPr id="74" name="TextBox 73">
              <a:extLst>
                <a:ext uri="{FF2B5EF4-FFF2-40B4-BE49-F238E27FC236}">
                  <a16:creationId xmlns:a16="http://schemas.microsoft.com/office/drawing/2014/main" id="{57DB422D-DB5E-34E2-F49E-9BBAC413EE24}"/>
                </a:ext>
              </a:extLst>
            </p:cNvPr>
            <p:cNvSpPr txBox="1"/>
            <p:nvPr/>
          </p:nvSpPr>
          <p:spPr>
            <a:xfrm>
              <a:off x="470016" y="1733303"/>
              <a:ext cx="3153427" cy="369332"/>
            </a:xfrm>
            <a:prstGeom prst="rect">
              <a:avLst/>
            </a:prstGeom>
            <a:noFill/>
          </p:spPr>
          <p:txBody>
            <a:bodyPr wrap="none" rtlCol="0">
              <a:spAutoFit/>
            </a:bodyPr>
            <a:lstStyle/>
            <a:p>
              <a:pPr fontAlgn="base"/>
              <a:r>
                <a:rPr lang="en-US" dirty="0">
                  <a:latin typeface="Lato" panose="020F0502020204030203" pitchFamily="34" charset="0"/>
                  <a:ea typeface="Lato" panose="020F0502020204030203" pitchFamily="34" charset="0"/>
                  <a:cs typeface="Lato" panose="020F0502020204030203" pitchFamily="34" charset="0"/>
                </a:rPr>
                <a:t>Fragmented </a:t>
              </a:r>
              <a:r>
                <a:rPr lang="en-US" dirty="0">
                  <a:solidFill>
                    <a:schemeClr val="bg2">
                      <a:lumMod val="25000"/>
                      <a:lumOff val="75000"/>
                    </a:schemeClr>
                  </a:solidFill>
                  <a:latin typeface="Lato" panose="020F0502020204030203" pitchFamily="34" charset="0"/>
                  <a:ea typeface="Lato" panose="020F0502020204030203" pitchFamily="34" charset="0"/>
                  <a:cs typeface="Lato" panose="020F0502020204030203" pitchFamily="34" charset="0"/>
                </a:rPr>
                <a:t>Knowledge Base</a:t>
              </a:r>
            </a:p>
          </p:txBody>
        </p:sp>
        <p:pic>
          <p:nvPicPr>
            <p:cNvPr id="87" name="Picture 86">
              <a:extLst>
                <a:ext uri="{FF2B5EF4-FFF2-40B4-BE49-F238E27FC236}">
                  <a16:creationId xmlns:a16="http://schemas.microsoft.com/office/drawing/2014/main" id="{0621B4A0-B469-DD11-51E8-63EF4AD3843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98000" contrast="-2000"/>
                      </a14:imgEffect>
                    </a14:imgLayer>
                  </a14:imgProps>
                </a:ext>
              </a:extLst>
            </a:blip>
            <a:stretch>
              <a:fillRect/>
            </a:stretch>
          </p:blipFill>
          <p:spPr>
            <a:xfrm>
              <a:off x="969611" y="2487416"/>
              <a:ext cx="1698971" cy="2548456"/>
            </a:xfrm>
            <a:prstGeom prst="rect">
              <a:avLst/>
            </a:prstGeom>
          </p:spPr>
        </p:pic>
      </p:grpSp>
      <p:cxnSp>
        <p:nvCxnSpPr>
          <p:cNvPr id="91" name="Straight Connector 90">
            <a:extLst>
              <a:ext uri="{FF2B5EF4-FFF2-40B4-BE49-F238E27FC236}">
                <a16:creationId xmlns:a16="http://schemas.microsoft.com/office/drawing/2014/main" id="{C4EAE418-B3B7-EBB1-436A-0E5033107714}"/>
              </a:ext>
            </a:extLst>
          </p:cNvPr>
          <p:cNvCxnSpPr>
            <a:cxnSpLocks/>
          </p:cNvCxnSpPr>
          <p:nvPr/>
        </p:nvCxnSpPr>
        <p:spPr>
          <a:xfrm>
            <a:off x="5466243" y="2141406"/>
            <a:ext cx="3237630" cy="1255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09F6B13-C335-F596-6CA1-B476D913FD66}"/>
              </a:ext>
            </a:extLst>
          </p:cNvPr>
          <p:cNvCxnSpPr>
            <a:cxnSpLocks/>
          </p:cNvCxnSpPr>
          <p:nvPr/>
        </p:nvCxnSpPr>
        <p:spPr>
          <a:xfrm>
            <a:off x="427915" y="2120306"/>
            <a:ext cx="3237630" cy="1255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8775B136-C209-D7EF-5EAC-26564739E879}"/>
              </a:ext>
            </a:extLst>
          </p:cNvPr>
          <p:cNvGrpSpPr/>
          <p:nvPr/>
        </p:nvGrpSpPr>
        <p:grpSpPr>
          <a:xfrm>
            <a:off x="5454555" y="1729550"/>
            <a:ext cx="2868824" cy="2213594"/>
            <a:chOff x="5454555" y="1729550"/>
            <a:chExt cx="2868824" cy="2213594"/>
          </a:xfrm>
        </p:grpSpPr>
        <p:grpSp>
          <p:nvGrpSpPr>
            <p:cNvPr id="103" name="Group 102">
              <a:extLst>
                <a:ext uri="{FF2B5EF4-FFF2-40B4-BE49-F238E27FC236}">
                  <a16:creationId xmlns:a16="http://schemas.microsoft.com/office/drawing/2014/main" id="{CBA61E06-BA89-F458-1E3E-841E0DF569A3}"/>
                </a:ext>
              </a:extLst>
            </p:cNvPr>
            <p:cNvGrpSpPr/>
            <p:nvPr/>
          </p:nvGrpSpPr>
          <p:grpSpPr>
            <a:xfrm>
              <a:off x="5454555" y="1729550"/>
              <a:ext cx="2868824" cy="2213594"/>
              <a:chOff x="5275388" y="1729550"/>
              <a:chExt cx="2868824" cy="2213594"/>
            </a:xfrm>
          </p:grpSpPr>
          <p:sp>
            <p:nvSpPr>
              <p:cNvPr id="75" name="TextBox 74">
                <a:extLst>
                  <a:ext uri="{FF2B5EF4-FFF2-40B4-BE49-F238E27FC236}">
                    <a16:creationId xmlns:a16="http://schemas.microsoft.com/office/drawing/2014/main" id="{D588FAB4-AA41-A0EA-DC60-3E36A92F1744}"/>
                  </a:ext>
                </a:extLst>
              </p:cNvPr>
              <p:cNvSpPr txBox="1"/>
              <p:nvPr/>
            </p:nvSpPr>
            <p:spPr>
              <a:xfrm>
                <a:off x="5631986" y="1729550"/>
                <a:ext cx="2512226" cy="369332"/>
              </a:xfrm>
              <a:prstGeom prst="rect">
                <a:avLst/>
              </a:prstGeom>
              <a:noFill/>
            </p:spPr>
            <p:txBody>
              <a:bodyPr wrap="none" rtlCol="0">
                <a:spAutoFit/>
              </a:bodyPr>
              <a:lstStyle/>
              <a:p>
                <a:pPr fontAlgn="base"/>
                <a:r>
                  <a:rPr lang="en-US" dirty="0">
                    <a:solidFill>
                      <a:schemeClr val="bg2">
                        <a:lumMod val="25000"/>
                        <a:lumOff val="75000"/>
                      </a:schemeClr>
                    </a:solidFill>
                    <a:latin typeface="Lato" panose="020F0502020204030203" pitchFamily="34" charset="0"/>
                    <a:ea typeface="Lato" panose="020F0502020204030203" pitchFamily="34" charset="0"/>
                    <a:cs typeface="Lato" panose="020F0502020204030203" pitchFamily="34" charset="0"/>
                  </a:rPr>
                  <a:t>Exams Test </a:t>
                </a:r>
                <a:r>
                  <a:rPr lang="en-US" dirty="0">
                    <a:latin typeface="Lato" panose="020F0502020204030203" pitchFamily="34" charset="0"/>
                    <a:ea typeface="Lato" panose="020F0502020204030203" pitchFamily="34" charset="0"/>
                    <a:cs typeface="Lato" panose="020F0502020204030203" pitchFamily="34" charset="0"/>
                  </a:rPr>
                  <a:t>In </a:t>
                </a:r>
                <a:r>
                  <a:rPr lang="en-US" dirty="0">
                    <a:solidFill>
                      <a:srgbClr val="FF0000"/>
                    </a:solidFill>
                    <a:latin typeface="Lato" panose="020F0502020204030203" pitchFamily="34" charset="0"/>
                    <a:ea typeface="Lato" panose="020F0502020204030203" pitchFamily="34" charset="0"/>
                    <a:cs typeface="Lato" panose="020F0502020204030203" pitchFamily="34" charset="0"/>
                  </a:rPr>
                  <a:t>Isolation</a:t>
                </a:r>
              </a:p>
            </p:txBody>
          </p:sp>
          <p:sp>
            <p:nvSpPr>
              <p:cNvPr id="97" name="Oval 96">
                <a:extLst>
                  <a:ext uri="{FF2B5EF4-FFF2-40B4-BE49-F238E27FC236}">
                    <a16:creationId xmlns:a16="http://schemas.microsoft.com/office/drawing/2014/main" id="{C142AC60-F3DD-89FC-56E9-EADB6C7DC41D}"/>
                  </a:ext>
                </a:extLst>
              </p:cNvPr>
              <p:cNvSpPr/>
              <p:nvPr/>
            </p:nvSpPr>
            <p:spPr>
              <a:xfrm>
                <a:off x="5275388" y="3028744"/>
                <a:ext cx="914400" cy="9144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Google Shape;12219;p87">
              <a:extLst>
                <a:ext uri="{FF2B5EF4-FFF2-40B4-BE49-F238E27FC236}">
                  <a16:creationId xmlns:a16="http://schemas.microsoft.com/office/drawing/2014/main" id="{1D6580A6-C68B-3A81-4533-69304EA2B2FE}"/>
                </a:ext>
              </a:extLst>
            </p:cNvPr>
            <p:cNvSpPr>
              <a:spLocks noChangeAspect="1"/>
            </p:cNvSpPr>
            <p:nvPr/>
          </p:nvSpPr>
          <p:spPr>
            <a:xfrm>
              <a:off x="5571381" y="3097222"/>
              <a:ext cx="741911" cy="743470"/>
            </a:xfrm>
            <a:custGeom>
              <a:avLst/>
              <a:gdLst/>
              <a:ahLst/>
              <a:cxnLst/>
              <a:rect l="l" t="t" r="r" b="b"/>
              <a:pathLst>
                <a:path w="11419" h="11443" extrusionOk="0">
                  <a:moveTo>
                    <a:pt x="4644" y="3560"/>
                  </a:moveTo>
                  <a:lnTo>
                    <a:pt x="4727" y="3655"/>
                  </a:lnTo>
                  <a:lnTo>
                    <a:pt x="4132" y="4263"/>
                  </a:lnTo>
                  <a:cubicBezTo>
                    <a:pt x="3989" y="4084"/>
                    <a:pt x="3965" y="3834"/>
                    <a:pt x="4108" y="3655"/>
                  </a:cubicBezTo>
                  <a:lnTo>
                    <a:pt x="4120" y="3655"/>
                  </a:lnTo>
                  <a:cubicBezTo>
                    <a:pt x="4298" y="3655"/>
                    <a:pt x="4465" y="3620"/>
                    <a:pt x="4644" y="3560"/>
                  </a:cubicBezTo>
                  <a:close/>
                  <a:moveTo>
                    <a:pt x="8751" y="5739"/>
                  </a:moveTo>
                  <a:lnTo>
                    <a:pt x="8918" y="5906"/>
                  </a:lnTo>
                  <a:cubicBezTo>
                    <a:pt x="8944" y="5932"/>
                    <a:pt x="8994" y="5951"/>
                    <a:pt x="9043" y="5951"/>
                  </a:cubicBezTo>
                  <a:cubicBezTo>
                    <a:pt x="9061" y="5951"/>
                    <a:pt x="9080" y="5948"/>
                    <a:pt x="9097" y="5941"/>
                  </a:cubicBezTo>
                  <a:cubicBezTo>
                    <a:pt x="9275" y="5894"/>
                    <a:pt x="9430" y="5858"/>
                    <a:pt x="9597" y="5846"/>
                  </a:cubicBezTo>
                  <a:lnTo>
                    <a:pt x="9704" y="5858"/>
                  </a:lnTo>
                  <a:cubicBezTo>
                    <a:pt x="10478" y="5918"/>
                    <a:pt x="11073" y="6561"/>
                    <a:pt x="11073" y="7335"/>
                  </a:cubicBezTo>
                  <a:cubicBezTo>
                    <a:pt x="11085" y="7454"/>
                    <a:pt x="11073" y="7585"/>
                    <a:pt x="11025" y="7716"/>
                  </a:cubicBezTo>
                  <a:lnTo>
                    <a:pt x="10121" y="6811"/>
                  </a:lnTo>
                  <a:cubicBezTo>
                    <a:pt x="10061" y="6739"/>
                    <a:pt x="9966" y="6692"/>
                    <a:pt x="9870" y="6644"/>
                  </a:cubicBezTo>
                  <a:cubicBezTo>
                    <a:pt x="9787" y="6620"/>
                    <a:pt x="9704" y="6608"/>
                    <a:pt x="9609" y="6608"/>
                  </a:cubicBezTo>
                  <a:cubicBezTo>
                    <a:pt x="9418" y="6608"/>
                    <a:pt x="9239" y="6680"/>
                    <a:pt x="9108" y="6811"/>
                  </a:cubicBezTo>
                  <a:cubicBezTo>
                    <a:pt x="8918" y="7001"/>
                    <a:pt x="8858" y="7299"/>
                    <a:pt x="8942" y="7573"/>
                  </a:cubicBezTo>
                  <a:cubicBezTo>
                    <a:pt x="8978" y="7680"/>
                    <a:pt x="9037" y="7763"/>
                    <a:pt x="9108" y="7823"/>
                  </a:cubicBezTo>
                  <a:lnTo>
                    <a:pt x="10013" y="8728"/>
                  </a:lnTo>
                  <a:cubicBezTo>
                    <a:pt x="9882" y="8775"/>
                    <a:pt x="9751" y="8787"/>
                    <a:pt x="9609" y="8787"/>
                  </a:cubicBezTo>
                  <a:cubicBezTo>
                    <a:pt x="8835" y="8787"/>
                    <a:pt x="8204" y="8180"/>
                    <a:pt x="8156" y="7418"/>
                  </a:cubicBezTo>
                  <a:lnTo>
                    <a:pt x="8144" y="7323"/>
                  </a:lnTo>
                  <a:cubicBezTo>
                    <a:pt x="8144" y="7156"/>
                    <a:pt x="8168" y="6977"/>
                    <a:pt x="8227" y="6811"/>
                  </a:cubicBezTo>
                  <a:cubicBezTo>
                    <a:pt x="8263" y="6751"/>
                    <a:pt x="8239" y="6680"/>
                    <a:pt x="8180" y="6632"/>
                  </a:cubicBezTo>
                  <a:lnTo>
                    <a:pt x="8025" y="6465"/>
                  </a:lnTo>
                  <a:lnTo>
                    <a:pt x="8751" y="5739"/>
                  </a:lnTo>
                  <a:close/>
                  <a:moveTo>
                    <a:pt x="2393" y="6537"/>
                  </a:moveTo>
                  <a:lnTo>
                    <a:pt x="2751" y="6894"/>
                  </a:lnTo>
                  <a:lnTo>
                    <a:pt x="4632" y="8775"/>
                  </a:lnTo>
                  <a:lnTo>
                    <a:pt x="4894" y="9037"/>
                  </a:lnTo>
                  <a:lnTo>
                    <a:pt x="4358" y="9573"/>
                  </a:lnTo>
                  <a:lnTo>
                    <a:pt x="1858" y="7084"/>
                  </a:lnTo>
                  <a:lnTo>
                    <a:pt x="2393" y="6537"/>
                  </a:lnTo>
                  <a:close/>
                  <a:moveTo>
                    <a:pt x="4155" y="0"/>
                  </a:moveTo>
                  <a:cubicBezTo>
                    <a:pt x="3882" y="0"/>
                    <a:pt x="3632" y="60"/>
                    <a:pt x="3382" y="179"/>
                  </a:cubicBezTo>
                  <a:cubicBezTo>
                    <a:pt x="3334" y="203"/>
                    <a:pt x="3286" y="250"/>
                    <a:pt x="3286" y="298"/>
                  </a:cubicBezTo>
                  <a:cubicBezTo>
                    <a:pt x="3274" y="357"/>
                    <a:pt x="3298" y="393"/>
                    <a:pt x="3334" y="441"/>
                  </a:cubicBezTo>
                  <a:lnTo>
                    <a:pt x="4417" y="1524"/>
                  </a:lnTo>
                  <a:cubicBezTo>
                    <a:pt x="4453" y="1560"/>
                    <a:pt x="4477" y="1608"/>
                    <a:pt x="4513" y="1667"/>
                  </a:cubicBezTo>
                  <a:cubicBezTo>
                    <a:pt x="4548" y="1810"/>
                    <a:pt x="4525" y="1965"/>
                    <a:pt x="4417" y="2060"/>
                  </a:cubicBezTo>
                  <a:cubicBezTo>
                    <a:pt x="4346" y="2143"/>
                    <a:pt x="4251" y="2167"/>
                    <a:pt x="4155" y="2167"/>
                  </a:cubicBezTo>
                  <a:cubicBezTo>
                    <a:pt x="4108" y="2167"/>
                    <a:pt x="4060" y="2155"/>
                    <a:pt x="4013" y="2143"/>
                  </a:cubicBezTo>
                  <a:cubicBezTo>
                    <a:pt x="3953" y="2108"/>
                    <a:pt x="3917" y="2096"/>
                    <a:pt x="3882" y="2048"/>
                  </a:cubicBezTo>
                  <a:lnTo>
                    <a:pt x="2798" y="965"/>
                  </a:lnTo>
                  <a:cubicBezTo>
                    <a:pt x="2762" y="928"/>
                    <a:pt x="2725" y="913"/>
                    <a:pt x="2684" y="913"/>
                  </a:cubicBezTo>
                  <a:cubicBezTo>
                    <a:pt x="2671" y="913"/>
                    <a:pt x="2657" y="914"/>
                    <a:pt x="2643" y="917"/>
                  </a:cubicBezTo>
                  <a:cubicBezTo>
                    <a:pt x="2584" y="929"/>
                    <a:pt x="2548" y="965"/>
                    <a:pt x="2524" y="1012"/>
                  </a:cubicBezTo>
                  <a:cubicBezTo>
                    <a:pt x="2405" y="1262"/>
                    <a:pt x="2346" y="1512"/>
                    <a:pt x="2346" y="1786"/>
                  </a:cubicBezTo>
                  <a:cubicBezTo>
                    <a:pt x="2346" y="2239"/>
                    <a:pt x="2524" y="2679"/>
                    <a:pt x="2846" y="3013"/>
                  </a:cubicBezTo>
                  <a:cubicBezTo>
                    <a:pt x="3096" y="3286"/>
                    <a:pt x="3417" y="3465"/>
                    <a:pt x="3798" y="3548"/>
                  </a:cubicBezTo>
                  <a:cubicBezTo>
                    <a:pt x="3655" y="3846"/>
                    <a:pt x="3715" y="4203"/>
                    <a:pt x="3941" y="4465"/>
                  </a:cubicBezTo>
                  <a:lnTo>
                    <a:pt x="3560" y="4846"/>
                  </a:lnTo>
                  <a:cubicBezTo>
                    <a:pt x="3405" y="5001"/>
                    <a:pt x="3334" y="5191"/>
                    <a:pt x="3334" y="5394"/>
                  </a:cubicBezTo>
                  <a:cubicBezTo>
                    <a:pt x="3334" y="5596"/>
                    <a:pt x="3405" y="5775"/>
                    <a:pt x="3524" y="5906"/>
                  </a:cubicBezTo>
                  <a:lnTo>
                    <a:pt x="2917" y="6513"/>
                  </a:lnTo>
                  <a:lnTo>
                    <a:pt x="2560" y="6156"/>
                  </a:lnTo>
                  <a:cubicBezTo>
                    <a:pt x="2530" y="6126"/>
                    <a:pt x="2486" y="6111"/>
                    <a:pt x="2441" y="6111"/>
                  </a:cubicBezTo>
                  <a:cubicBezTo>
                    <a:pt x="2396" y="6111"/>
                    <a:pt x="2352" y="6126"/>
                    <a:pt x="2322" y="6156"/>
                  </a:cubicBezTo>
                  <a:lnTo>
                    <a:pt x="1417" y="7061"/>
                  </a:lnTo>
                  <a:lnTo>
                    <a:pt x="60" y="8418"/>
                  </a:lnTo>
                  <a:cubicBezTo>
                    <a:pt x="0" y="8478"/>
                    <a:pt x="0" y="8597"/>
                    <a:pt x="60" y="8656"/>
                  </a:cubicBezTo>
                  <a:lnTo>
                    <a:pt x="1096" y="9704"/>
                  </a:lnTo>
                  <a:cubicBezTo>
                    <a:pt x="1125" y="9734"/>
                    <a:pt x="1170" y="9748"/>
                    <a:pt x="1215" y="9748"/>
                  </a:cubicBezTo>
                  <a:cubicBezTo>
                    <a:pt x="1259" y="9748"/>
                    <a:pt x="1304" y="9734"/>
                    <a:pt x="1334" y="9704"/>
                  </a:cubicBezTo>
                  <a:cubicBezTo>
                    <a:pt x="1393" y="9644"/>
                    <a:pt x="1393" y="9525"/>
                    <a:pt x="1334" y="9466"/>
                  </a:cubicBezTo>
                  <a:lnTo>
                    <a:pt x="417" y="8537"/>
                  </a:lnTo>
                  <a:lnTo>
                    <a:pt x="1667" y="7287"/>
                  </a:lnTo>
                  <a:lnTo>
                    <a:pt x="4167" y="9787"/>
                  </a:lnTo>
                  <a:lnTo>
                    <a:pt x="2917" y="11037"/>
                  </a:lnTo>
                  <a:lnTo>
                    <a:pt x="1810" y="9942"/>
                  </a:lnTo>
                  <a:cubicBezTo>
                    <a:pt x="1780" y="9912"/>
                    <a:pt x="1736" y="9897"/>
                    <a:pt x="1691" y="9897"/>
                  </a:cubicBezTo>
                  <a:cubicBezTo>
                    <a:pt x="1646" y="9897"/>
                    <a:pt x="1602" y="9912"/>
                    <a:pt x="1572" y="9942"/>
                  </a:cubicBezTo>
                  <a:cubicBezTo>
                    <a:pt x="1512" y="10002"/>
                    <a:pt x="1512" y="10121"/>
                    <a:pt x="1572" y="10180"/>
                  </a:cubicBezTo>
                  <a:lnTo>
                    <a:pt x="2798" y="11395"/>
                  </a:lnTo>
                  <a:cubicBezTo>
                    <a:pt x="2822" y="11430"/>
                    <a:pt x="2870" y="11442"/>
                    <a:pt x="2917" y="11442"/>
                  </a:cubicBezTo>
                  <a:cubicBezTo>
                    <a:pt x="2965" y="11442"/>
                    <a:pt x="3001" y="11430"/>
                    <a:pt x="3036" y="11395"/>
                  </a:cubicBezTo>
                  <a:lnTo>
                    <a:pt x="4394" y="10037"/>
                  </a:lnTo>
                  <a:lnTo>
                    <a:pt x="5298" y="9132"/>
                  </a:lnTo>
                  <a:cubicBezTo>
                    <a:pt x="5322" y="9109"/>
                    <a:pt x="5346" y="9061"/>
                    <a:pt x="5346" y="9013"/>
                  </a:cubicBezTo>
                  <a:cubicBezTo>
                    <a:pt x="5346" y="8966"/>
                    <a:pt x="5322" y="8930"/>
                    <a:pt x="5298" y="8894"/>
                  </a:cubicBezTo>
                  <a:lnTo>
                    <a:pt x="5025" y="8632"/>
                  </a:lnTo>
                  <a:lnTo>
                    <a:pt x="5644" y="8013"/>
                  </a:lnTo>
                  <a:cubicBezTo>
                    <a:pt x="5770" y="8094"/>
                    <a:pt x="5916" y="8135"/>
                    <a:pt x="6062" y="8135"/>
                  </a:cubicBezTo>
                  <a:cubicBezTo>
                    <a:pt x="6217" y="8135"/>
                    <a:pt x="6372" y="8088"/>
                    <a:pt x="6501" y="7989"/>
                  </a:cubicBezTo>
                  <a:cubicBezTo>
                    <a:pt x="6572" y="7930"/>
                    <a:pt x="6596" y="7823"/>
                    <a:pt x="6537" y="7751"/>
                  </a:cubicBezTo>
                  <a:cubicBezTo>
                    <a:pt x="6500" y="7708"/>
                    <a:pt x="6446" y="7682"/>
                    <a:pt x="6393" y="7682"/>
                  </a:cubicBezTo>
                  <a:cubicBezTo>
                    <a:pt x="6360" y="7682"/>
                    <a:pt x="6326" y="7692"/>
                    <a:pt x="6299" y="7716"/>
                  </a:cubicBezTo>
                  <a:cubicBezTo>
                    <a:pt x="6220" y="7778"/>
                    <a:pt x="6131" y="7806"/>
                    <a:pt x="6041" y="7806"/>
                  </a:cubicBezTo>
                  <a:cubicBezTo>
                    <a:pt x="5927" y="7806"/>
                    <a:pt x="5814" y="7760"/>
                    <a:pt x="5727" y="7680"/>
                  </a:cubicBezTo>
                  <a:cubicBezTo>
                    <a:pt x="5703" y="7644"/>
                    <a:pt x="5656" y="7632"/>
                    <a:pt x="5608" y="7632"/>
                  </a:cubicBezTo>
                  <a:cubicBezTo>
                    <a:pt x="5560" y="7632"/>
                    <a:pt x="5525" y="7644"/>
                    <a:pt x="5489" y="7680"/>
                  </a:cubicBezTo>
                  <a:lnTo>
                    <a:pt x="4763" y="8406"/>
                  </a:lnTo>
                  <a:lnTo>
                    <a:pt x="3108" y="6799"/>
                  </a:lnTo>
                  <a:lnTo>
                    <a:pt x="3834" y="6072"/>
                  </a:lnTo>
                  <a:cubicBezTo>
                    <a:pt x="3894" y="6013"/>
                    <a:pt x="3894" y="5894"/>
                    <a:pt x="3834" y="5834"/>
                  </a:cubicBezTo>
                  <a:lnTo>
                    <a:pt x="3751" y="5739"/>
                  </a:lnTo>
                  <a:cubicBezTo>
                    <a:pt x="3655" y="5644"/>
                    <a:pt x="3620" y="5549"/>
                    <a:pt x="3620" y="5430"/>
                  </a:cubicBezTo>
                  <a:cubicBezTo>
                    <a:pt x="3620" y="5310"/>
                    <a:pt x="3655" y="5203"/>
                    <a:pt x="3751" y="5108"/>
                  </a:cubicBezTo>
                  <a:lnTo>
                    <a:pt x="4251" y="4608"/>
                  </a:lnTo>
                  <a:lnTo>
                    <a:pt x="5096" y="3763"/>
                  </a:lnTo>
                  <a:lnTo>
                    <a:pt x="6013" y="2846"/>
                  </a:lnTo>
                  <a:cubicBezTo>
                    <a:pt x="6025" y="2834"/>
                    <a:pt x="6037" y="2822"/>
                    <a:pt x="6049" y="2822"/>
                  </a:cubicBezTo>
                  <a:cubicBezTo>
                    <a:pt x="6106" y="2780"/>
                    <a:pt x="6170" y="2761"/>
                    <a:pt x="6233" y="2761"/>
                  </a:cubicBezTo>
                  <a:cubicBezTo>
                    <a:pt x="6314" y="2761"/>
                    <a:pt x="6393" y="2792"/>
                    <a:pt x="6453" y="2846"/>
                  </a:cubicBezTo>
                  <a:lnTo>
                    <a:pt x="6477" y="2870"/>
                  </a:lnTo>
                  <a:cubicBezTo>
                    <a:pt x="6572" y="2965"/>
                    <a:pt x="6596" y="3132"/>
                    <a:pt x="6501" y="3263"/>
                  </a:cubicBezTo>
                  <a:cubicBezTo>
                    <a:pt x="6489" y="3286"/>
                    <a:pt x="6477" y="3298"/>
                    <a:pt x="6477" y="3310"/>
                  </a:cubicBezTo>
                  <a:lnTo>
                    <a:pt x="5477" y="4310"/>
                  </a:lnTo>
                  <a:cubicBezTo>
                    <a:pt x="5418" y="4370"/>
                    <a:pt x="5418" y="4489"/>
                    <a:pt x="5477" y="4548"/>
                  </a:cubicBezTo>
                  <a:cubicBezTo>
                    <a:pt x="5501" y="4584"/>
                    <a:pt x="5549" y="4596"/>
                    <a:pt x="5596" y="4596"/>
                  </a:cubicBezTo>
                  <a:cubicBezTo>
                    <a:pt x="5644" y="4596"/>
                    <a:pt x="5679" y="4572"/>
                    <a:pt x="5715" y="4548"/>
                  </a:cubicBezTo>
                  <a:lnTo>
                    <a:pt x="6715" y="3548"/>
                  </a:lnTo>
                  <a:cubicBezTo>
                    <a:pt x="6727" y="3536"/>
                    <a:pt x="6739" y="3525"/>
                    <a:pt x="6751" y="3525"/>
                  </a:cubicBezTo>
                  <a:cubicBezTo>
                    <a:pt x="6805" y="3481"/>
                    <a:pt x="6872" y="3460"/>
                    <a:pt x="6939" y="3460"/>
                  </a:cubicBezTo>
                  <a:cubicBezTo>
                    <a:pt x="7018" y="3460"/>
                    <a:pt x="7098" y="3490"/>
                    <a:pt x="7156" y="3548"/>
                  </a:cubicBezTo>
                  <a:lnTo>
                    <a:pt x="7168" y="3560"/>
                  </a:lnTo>
                  <a:cubicBezTo>
                    <a:pt x="7275" y="3667"/>
                    <a:pt x="7287" y="3834"/>
                    <a:pt x="7203" y="3965"/>
                  </a:cubicBezTo>
                  <a:cubicBezTo>
                    <a:pt x="7192" y="3989"/>
                    <a:pt x="7192" y="4001"/>
                    <a:pt x="7168" y="4013"/>
                  </a:cubicBezTo>
                  <a:lnTo>
                    <a:pt x="6180" y="5013"/>
                  </a:lnTo>
                  <a:cubicBezTo>
                    <a:pt x="6120" y="5072"/>
                    <a:pt x="6120" y="5191"/>
                    <a:pt x="6180" y="5251"/>
                  </a:cubicBezTo>
                  <a:cubicBezTo>
                    <a:pt x="6203" y="5275"/>
                    <a:pt x="6251" y="5299"/>
                    <a:pt x="6299" y="5299"/>
                  </a:cubicBezTo>
                  <a:cubicBezTo>
                    <a:pt x="6334" y="5299"/>
                    <a:pt x="6382" y="5275"/>
                    <a:pt x="6418" y="5251"/>
                  </a:cubicBezTo>
                  <a:lnTo>
                    <a:pt x="7406" y="4251"/>
                  </a:lnTo>
                  <a:cubicBezTo>
                    <a:pt x="7430" y="4239"/>
                    <a:pt x="7442" y="4215"/>
                    <a:pt x="7454" y="4215"/>
                  </a:cubicBezTo>
                  <a:cubicBezTo>
                    <a:pt x="7506" y="4179"/>
                    <a:pt x="7569" y="4160"/>
                    <a:pt x="7633" y="4160"/>
                  </a:cubicBezTo>
                  <a:cubicBezTo>
                    <a:pt x="7715" y="4160"/>
                    <a:pt x="7798" y="4191"/>
                    <a:pt x="7858" y="4251"/>
                  </a:cubicBezTo>
                  <a:lnTo>
                    <a:pt x="7870" y="4263"/>
                  </a:lnTo>
                  <a:cubicBezTo>
                    <a:pt x="7977" y="4370"/>
                    <a:pt x="7989" y="4537"/>
                    <a:pt x="7906" y="4668"/>
                  </a:cubicBezTo>
                  <a:cubicBezTo>
                    <a:pt x="7882" y="4679"/>
                    <a:pt x="7882" y="4703"/>
                    <a:pt x="7870" y="4715"/>
                  </a:cubicBezTo>
                  <a:lnTo>
                    <a:pt x="6870" y="5715"/>
                  </a:lnTo>
                  <a:cubicBezTo>
                    <a:pt x="6811" y="5775"/>
                    <a:pt x="6811" y="5894"/>
                    <a:pt x="6870" y="5953"/>
                  </a:cubicBezTo>
                  <a:cubicBezTo>
                    <a:pt x="6906" y="5977"/>
                    <a:pt x="6953" y="5989"/>
                    <a:pt x="6989" y="5989"/>
                  </a:cubicBezTo>
                  <a:cubicBezTo>
                    <a:pt x="7037" y="5989"/>
                    <a:pt x="7084" y="5977"/>
                    <a:pt x="7108" y="5953"/>
                  </a:cubicBezTo>
                  <a:lnTo>
                    <a:pt x="8108" y="4953"/>
                  </a:lnTo>
                  <a:cubicBezTo>
                    <a:pt x="8120" y="4941"/>
                    <a:pt x="8144" y="4918"/>
                    <a:pt x="8156" y="4918"/>
                  </a:cubicBezTo>
                  <a:cubicBezTo>
                    <a:pt x="8208" y="4881"/>
                    <a:pt x="8272" y="4863"/>
                    <a:pt x="8335" y="4863"/>
                  </a:cubicBezTo>
                  <a:cubicBezTo>
                    <a:pt x="8418" y="4863"/>
                    <a:pt x="8501" y="4893"/>
                    <a:pt x="8561" y="4953"/>
                  </a:cubicBezTo>
                  <a:lnTo>
                    <a:pt x="8573" y="4965"/>
                  </a:lnTo>
                  <a:cubicBezTo>
                    <a:pt x="8680" y="5072"/>
                    <a:pt x="8692" y="5239"/>
                    <a:pt x="8597" y="5370"/>
                  </a:cubicBezTo>
                  <a:cubicBezTo>
                    <a:pt x="8585" y="5382"/>
                    <a:pt x="8573" y="5394"/>
                    <a:pt x="8573" y="5418"/>
                  </a:cubicBezTo>
                  <a:lnTo>
                    <a:pt x="6715" y="7275"/>
                  </a:lnTo>
                  <a:cubicBezTo>
                    <a:pt x="6656" y="7335"/>
                    <a:pt x="6656" y="7454"/>
                    <a:pt x="6715" y="7513"/>
                  </a:cubicBezTo>
                  <a:cubicBezTo>
                    <a:pt x="6739" y="7537"/>
                    <a:pt x="6787" y="7561"/>
                    <a:pt x="6834" y="7561"/>
                  </a:cubicBezTo>
                  <a:cubicBezTo>
                    <a:pt x="6870" y="7561"/>
                    <a:pt x="6918" y="7537"/>
                    <a:pt x="6953" y="7513"/>
                  </a:cubicBezTo>
                  <a:lnTo>
                    <a:pt x="7787" y="6680"/>
                  </a:lnTo>
                  <a:lnTo>
                    <a:pt x="7870" y="6763"/>
                  </a:lnTo>
                  <a:cubicBezTo>
                    <a:pt x="7811" y="6942"/>
                    <a:pt x="7787" y="7120"/>
                    <a:pt x="7787" y="7287"/>
                  </a:cubicBezTo>
                  <a:lnTo>
                    <a:pt x="7787" y="7299"/>
                  </a:lnTo>
                  <a:lnTo>
                    <a:pt x="7799" y="7406"/>
                  </a:lnTo>
                  <a:cubicBezTo>
                    <a:pt x="7823" y="7870"/>
                    <a:pt x="8037" y="8287"/>
                    <a:pt x="8358" y="8597"/>
                  </a:cubicBezTo>
                  <a:cubicBezTo>
                    <a:pt x="8692" y="8906"/>
                    <a:pt x="9132" y="9085"/>
                    <a:pt x="9597" y="9085"/>
                  </a:cubicBezTo>
                  <a:cubicBezTo>
                    <a:pt x="9870" y="9085"/>
                    <a:pt x="10121" y="9025"/>
                    <a:pt x="10371" y="8906"/>
                  </a:cubicBezTo>
                  <a:cubicBezTo>
                    <a:pt x="10418" y="8882"/>
                    <a:pt x="10466" y="8835"/>
                    <a:pt x="10466" y="8787"/>
                  </a:cubicBezTo>
                  <a:cubicBezTo>
                    <a:pt x="10478" y="8728"/>
                    <a:pt x="10442" y="8692"/>
                    <a:pt x="10418" y="8644"/>
                  </a:cubicBezTo>
                  <a:lnTo>
                    <a:pt x="9335" y="7537"/>
                  </a:lnTo>
                  <a:cubicBezTo>
                    <a:pt x="9287" y="7501"/>
                    <a:pt x="9251" y="7454"/>
                    <a:pt x="9251" y="7406"/>
                  </a:cubicBezTo>
                  <a:cubicBezTo>
                    <a:pt x="9192" y="7263"/>
                    <a:pt x="9239" y="7108"/>
                    <a:pt x="9347" y="7001"/>
                  </a:cubicBezTo>
                  <a:cubicBezTo>
                    <a:pt x="9418" y="6930"/>
                    <a:pt x="9513" y="6882"/>
                    <a:pt x="9609" y="6882"/>
                  </a:cubicBezTo>
                  <a:cubicBezTo>
                    <a:pt x="9656" y="6882"/>
                    <a:pt x="9704" y="6906"/>
                    <a:pt x="9751" y="6918"/>
                  </a:cubicBezTo>
                  <a:cubicBezTo>
                    <a:pt x="9811" y="6942"/>
                    <a:pt x="9847" y="6965"/>
                    <a:pt x="9882" y="7001"/>
                  </a:cubicBezTo>
                  <a:lnTo>
                    <a:pt x="10966" y="8097"/>
                  </a:lnTo>
                  <a:cubicBezTo>
                    <a:pt x="11000" y="8122"/>
                    <a:pt x="11034" y="8142"/>
                    <a:pt x="11073" y="8142"/>
                  </a:cubicBezTo>
                  <a:cubicBezTo>
                    <a:pt x="11088" y="8142"/>
                    <a:pt x="11104" y="8139"/>
                    <a:pt x="11121" y="8132"/>
                  </a:cubicBezTo>
                  <a:cubicBezTo>
                    <a:pt x="11180" y="8120"/>
                    <a:pt x="11216" y="8097"/>
                    <a:pt x="11240" y="8049"/>
                  </a:cubicBezTo>
                  <a:cubicBezTo>
                    <a:pt x="11359" y="7799"/>
                    <a:pt x="11418" y="7537"/>
                    <a:pt x="11418" y="7275"/>
                  </a:cubicBezTo>
                  <a:cubicBezTo>
                    <a:pt x="11418" y="6858"/>
                    <a:pt x="11252" y="6430"/>
                    <a:pt x="10918" y="6084"/>
                  </a:cubicBezTo>
                  <a:cubicBezTo>
                    <a:pt x="10609" y="5751"/>
                    <a:pt x="10180" y="5549"/>
                    <a:pt x="9728" y="5513"/>
                  </a:cubicBezTo>
                  <a:lnTo>
                    <a:pt x="9632" y="5501"/>
                  </a:lnTo>
                  <a:lnTo>
                    <a:pt x="9609" y="5501"/>
                  </a:lnTo>
                  <a:cubicBezTo>
                    <a:pt x="9454" y="5501"/>
                    <a:pt x="9275" y="5537"/>
                    <a:pt x="9097" y="5596"/>
                  </a:cubicBezTo>
                  <a:lnTo>
                    <a:pt x="8954" y="5453"/>
                  </a:lnTo>
                  <a:cubicBezTo>
                    <a:pt x="9049" y="5215"/>
                    <a:pt x="9001" y="4953"/>
                    <a:pt x="8811" y="4763"/>
                  </a:cubicBezTo>
                  <a:lnTo>
                    <a:pt x="8799" y="4739"/>
                  </a:lnTo>
                  <a:cubicBezTo>
                    <a:pt x="8656" y="4608"/>
                    <a:pt x="8477" y="4548"/>
                    <a:pt x="8299" y="4548"/>
                  </a:cubicBezTo>
                  <a:cubicBezTo>
                    <a:pt x="8323" y="4370"/>
                    <a:pt x="8239" y="4191"/>
                    <a:pt x="8108" y="4060"/>
                  </a:cubicBezTo>
                  <a:lnTo>
                    <a:pt x="8096" y="4048"/>
                  </a:lnTo>
                  <a:cubicBezTo>
                    <a:pt x="7965" y="3906"/>
                    <a:pt x="7775" y="3846"/>
                    <a:pt x="7596" y="3846"/>
                  </a:cubicBezTo>
                  <a:cubicBezTo>
                    <a:pt x="7620" y="3667"/>
                    <a:pt x="7537" y="3489"/>
                    <a:pt x="7406" y="3358"/>
                  </a:cubicBezTo>
                  <a:lnTo>
                    <a:pt x="7394" y="3346"/>
                  </a:lnTo>
                  <a:cubicBezTo>
                    <a:pt x="7263" y="3215"/>
                    <a:pt x="7084" y="3155"/>
                    <a:pt x="6906" y="3155"/>
                  </a:cubicBezTo>
                  <a:cubicBezTo>
                    <a:pt x="6918" y="2977"/>
                    <a:pt x="6846" y="2798"/>
                    <a:pt x="6703" y="2655"/>
                  </a:cubicBezTo>
                  <a:lnTo>
                    <a:pt x="6692" y="2643"/>
                  </a:lnTo>
                  <a:cubicBezTo>
                    <a:pt x="6565" y="2516"/>
                    <a:pt x="6400" y="2453"/>
                    <a:pt x="6235" y="2453"/>
                  </a:cubicBezTo>
                  <a:cubicBezTo>
                    <a:pt x="6152" y="2453"/>
                    <a:pt x="6068" y="2469"/>
                    <a:pt x="5989" y="2501"/>
                  </a:cubicBezTo>
                  <a:lnTo>
                    <a:pt x="5858" y="2358"/>
                  </a:lnTo>
                  <a:cubicBezTo>
                    <a:pt x="5918" y="2179"/>
                    <a:pt x="5953" y="2001"/>
                    <a:pt x="5953" y="1846"/>
                  </a:cubicBezTo>
                  <a:lnTo>
                    <a:pt x="5953" y="1822"/>
                  </a:lnTo>
                  <a:lnTo>
                    <a:pt x="5930" y="1727"/>
                  </a:lnTo>
                  <a:cubicBezTo>
                    <a:pt x="5918" y="1465"/>
                    <a:pt x="5846" y="1215"/>
                    <a:pt x="5727" y="988"/>
                  </a:cubicBezTo>
                  <a:cubicBezTo>
                    <a:pt x="5693" y="937"/>
                    <a:pt x="5628" y="898"/>
                    <a:pt x="5567" y="898"/>
                  </a:cubicBezTo>
                  <a:cubicBezTo>
                    <a:pt x="5544" y="898"/>
                    <a:pt x="5521" y="904"/>
                    <a:pt x="5501" y="917"/>
                  </a:cubicBezTo>
                  <a:cubicBezTo>
                    <a:pt x="5429" y="965"/>
                    <a:pt x="5382" y="1072"/>
                    <a:pt x="5429" y="1143"/>
                  </a:cubicBezTo>
                  <a:cubicBezTo>
                    <a:pt x="5537" y="1334"/>
                    <a:pt x="5596" y="1524"/>
                    <a:pt x="5608" y="1739"/>
                  </a:cubicBezTo>
                  <a:lnTo>
                    <a:pt x="5620" y="1846"/>
                  </a:lnTo>
                  <a:cubicBezTo>
                    <a:pt x="5620" y="2001"/>
                    <a:pt x="5596" y="2167"/>
                    <a:pt x="5513" y="2346"/>
                  </a:cubicBezTo>
                  <a:cubicBezTo>
                    <a:pt x="5489" y="2405"/>
                    <a:pt x="5513" y="2477"/>
                    <a:pt x="5560" y="2524"/>
                  </a:cubicBezTo>
                  <a:lnTo>
                    <a:pt x="5727" y="2691"/>
                  </a:lnTo>
                  <a:lnTo>
                    <a:pt x="5001" y="3417"/>
                  </a:lnTo>
                  <a:lnTo>
                    <a:pt x="4834" y="3251"/>
                  </a:lnTo>
                  <a:cubicBezTo>
                    <a:pt x="4800" y="3225"/>
                    <a:pt x="4753" y="3205"/>
                    <a:pt x="4707" y="3205"/>
                  </a:cubicBezTo>
                  <a:cubicBezTo>
                    <a:pt x="4690" y="3205"/>
                    <a:pt x="4672" y="3208"/>
                    <a:pt x="4656" y="3215"/>
                  </a:cubicBezTo>
                  <a:cubicBezTo>
                    <a:pt x="4477" y="3274"/>
                    <a:pt x="4310" y="3298"/>
                    <a:pt x="4155" y="3298"/>
                  </a:cubicBezTo>
                  <a:lnTo>
                    <a:pt x="4048" y="3286"/>
                  </a:lnTo>
                  <a:cubicBezTo>
                    <a:pt x="3274" y="3227"/>
                    <a:pt x="2679" y="2584"/>
                    <a:pt x="2679" y="1822"/>
                  </a:cubicBezTo>
                  <a:cubicBezTo>
                    <a:pt x="2679" y="1691"/>
                    <a:pt x="2691" y="1560"/>
                    <a:pt x="2739" y="1429"/>
                  </a:cubicBezTo>
                  <a:lnTo>
                    <a:pt x="3644" y="2334"/>
                  </a:lnTo>
                  <a:cubicBezTo>
                    <a:pt x="3703" y="2405"/>
                    <a:pt x="3798" y="2453"/>
                    <a:pt x="3894" y="2501"/>
                  </a:cubicBezTo>
                  <a:cubicBezTo>
                    <a:pt x="3989" y="2524"/>
                    <a:pt x="4060" y="2536"/>
                    <a:pt x="4155" y="2536"/>
                  </a:cubicBezTo>
                  <a:cubicBezTo>
                    <a:pt x="4346" y="2536"/>
                    <a:pt x="4525" y="2465"/>
                    <a:pt x="4656" y="2334"/>
                  </a:cubicBezTo>
                  <a:cubicBezTo>
                    <a:pt x="4846" y="2143"/>
                    <a:pt x="4929" y="1846"/>
                    <a:pt x="4822" y="1572"/>
                  </a:cubicBezTo>
                  <a:lnTo>
                    <a:pt x="4822" y="1560"/>
                  </a:lnTo>
                  <a:cubicBezTo>
                    <a:pt x="4787" y="1489"/>
                    <a:pt x="4751" y="1393"/>
                    <a:pt x="4656" y="1310"/>
                  </a:cubicBezTo>
                  <a:lnTo>
                    <a:pt x="3751" y="393"/>
                  </a:lnTo>
                  <a:cubicBezTo>
                    <a:pt x="3882" y="357"/>
                    <a:pt x="4013" y="334"/>
                    <a:pt x="4144" y="334"/>
                  </a:cubicBezTo>
                  <a:cubicBezTo>
                    <a:pt x="4489" y="334"/>
                    <a:pt x="4798" y="441"/>
                    <a:pt x="5060" y="655"/>
                  </a:cubicBezTo>
                  <a:cubicBezTo>
                    <a:pt x="5088" y="678"/>
                    <a:pt x="5121" y="689"/>
                    <a:pt x="5155" y="689"/>
                  </a:cubicBezTo>
                  <a:cubicBezTo>
                    <a:pt x="5208" y="689"/>
                    <a:pt x="5262" y="663"/>
                    <a:pt x="5298" y="619"/>
                  </a:cubicBezTo>
                  <a:cubicBezTo>
                    <a:pt x="5358" y="548"/>
                    <a:pt x="5346" y="441"/>
                    <a:pt x="5263" y="381"/>
                  </a:cubicBezTo>
                  <a:cubicBezTo>
                    <a:pt x="4941" y="131"/>
                    <a:pt x="4548" y="0"/>
                    <a:pt x="4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2904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fade">
                                      <p:cBhvr>
                                        <p:cTn id="12" dur="500"/>
                                        <p:tgtEl>
                                          <p:spTgt spid="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fade">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5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D62656-6899-13FF-569D-E1EFFCFDEA38}"/>
            </a:ext>
          </a:extLst>
        </p:cNvPr>
        <p:cNvGrpSpPr/>
        <p:nvPr/>
      </p:nvGrpSpPr>
      <p:grpSpPr>
        <a:xfrm>
          <a:off x="0" y="0"/>
          <a:ext cx="0" cy="0"/>
          <a:chOff x="0" y="0"/>
          <a:chExt cx="0" cy="0"/>
        </a:xfrm>
      </p:grpSpPr>
      <p:pic>
        <p:nvPicPr>
          <p:cNvPr id="6" name="Image 0" descr="/tmp/certops-slides/screenshots/homepage.png">
            <a:extLst>
              <a:ext uri="{FF2B5EF4-FFF2-40B4-BE49-F238E27FC236}">
                <a16:creationId xmlns:a16="http://schemas.microsoft.com/office/drawing/2014/main" id="{42B91531-A047-0E5C-E6D1-C950D5D64CF7}"/>
              </a:ext>
            </a:extLst>
          </p:cNvPr>
          <p:cNvPicPr>
            <a:picLocks noChangeAspect="1"/>
          </p:cNvPicPr>
          <p:nvPr/>
        </p:nvPicPr>
        <p:blipFill>
          <a:blip r:embed="rId3"/>
          <a:stretch>
            <a:fillRect/>
          </a:stretch>
        </p:blipFill>
        <p:spPr>
          <a:xfrm>
            <a:off x="731520" y="171450"/>
            <a:ext cx="7680960" cy="4800600"/>
          </a:xfrm>
          <a:prstGeom prst="rect">
            <a:avLst/>
          </a:prstGeom>
          <a:effectLst>
            <a:glow rad="12700">
              <a:schemeClr val="accent1">
                <a:alpha val="40000"/>
              </a:schemeClr>
            </a:glow>
            <a:outerShdw blurRad="76200" dist="25400" dir="8100000" algn="bl" rotWithShape="0">
              <a:srgbClr val="000000">
                <a:alpha val="30000"/>
              </a:srgbClr>
            </a:outerShdw>
            <a:softEdge rad="246062"/>
          </a:effectLst>
        </p:spPr>
      </p:pic>
    </p:spTree>
    <p:extLst>
      <p:ext uri="{BB962C8B-B14F-4D97-AF65-F5344CB8AC3E}">
        <p14:creationId xmlns:p14="http://schemas.microsoft.com/office/powerpoint/2010/main" val="468562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7500F8-1F7C-BC28-1FE5-37499FC773CA}"/>
            </a:ext>
          </a:extLst>
        </p:cNvPr>
        <p:cNvGrpSpPr/>
        <p:nvPr/>
      </p:nvGrpSpPr>
      <p:grpSpPr>
        <a:xfrm>
          <a:off x="0" y="0"/>
          <a:ext cx="0" cy="0"/>
          <a:chOff x="0" y="0"/>
          <a:chExt cx="0" cy="0"/>
        </a:xfrm>
      </p:grpSpPr>
      <p:pic>
        <p:nvPicPr>
          <p:cNvPr id="9" name="Image 0" descr="/tmp/certops-slides/screenshots/homepage.png">
            <a:extLst>
              <a:ext uri="{FF2B5EF4-FFF2-40B4-BE49-F238E27FC236}">
                <a16:creationId xmlns:a16="http://schemas.microsoft.com/office/drawing/2014/main" id="{BD2C7557-2F95-E7EA-0890-D4C5983AAA4F}"/>
              </a:ext>
            </a:extLst>
          </p:cNvPr>
          <p:cNvPicPr>
            <a:picLocks noChangeAspect="1"/>
          </p:cNvPicPr>
          <p:nvPr/>
        </p:nvPicPr>
        <p:blipFill>
          <a:blip r:embed="rId3"/>
          <a:srcRect l="17298" t="29706" r="17441" b="42067"/>
          <a:stretch>
            <a:fillRect/>
          </a:stretch>
        </p:blipFill>
        <p:spPr>
          <a:xfrm>
            <a:off x="2065662" y="3402835"/>
            <a:ext cx="5012675" cy="1355076"/>
          </a:xfrm>
          <a:prstGeom prst="rect">
            <a:avLst/>
          </a:prstGeom>
          <a:effectLst>
            <a:softEdge rad="63500"/>
          </a:effectLst>
        </p:spPr>
      </p:pic>
      <p:pic>
        <p:nvPicPr>
          <p:cNvPr id="17" name="Picture 16">
            <a:extLst>
              <a:ext uri="{FF2B5EF4-FFF2-40B4-BE49-F238E27FC236}">
                <a16:creationId xmlns:a16="http://schemas.microsoft.com/office/drawing/2014/main" id="{7F83CCD4-A2B5-F67A-990E-589DC7898A21}"/>
              </a:ext>
            </a:extLst>
          </p:cNvPr>
          <p:cNvPicPr>
            <a:picLocks noChangeAspect="1"/>
          </p:cNvPicPr>
          <p:nvPr/>
        </p:nvPicPr>
        <p:blipFill>
          <a:blip r:embed="rId4"/>
          <a:stretch>
            <a:fillRect/>
          </a:stretch>
        </p:blipFill>
        <p:spPr>
          <a:xfrm>
            <a:off x="-1841939" y="-326562"/>
            <a:ext cx="12827876" cy="5212888"/>
          </a:xfrm>
          <a:prstGeom prst="rect">
            <a:avLst/>
          </a:prstGeom>
        </p:spPr>
      </p:pic>
    </p:spTree>
    <p:extLst>
      <p:ext uri="{BB962C8B-B14F-4D97-AF65-F5344CB8AC3E}">
        <p14:creationId xmlns:p14="http://schemas.microsoft.com/office/powerpoint/2010/main" val="9866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F85726-B934-7937-0274-8A9F9BBAF195}"/>
            </a:ext>
          </a:extLst>
        </p:cNvPr>
        <p:cNvGrpSpPr/>
        <p:nvPr/>
      </p:nvGrpSpPr>
      <p:grpSpPr>
        <a:xfrm>
          <a:off x="0" y="0"/>
          <a:ext cx="0" cy="0"/>
          <a:chOff x="0" y="0"/>
          <a:chExt cx="0" cy="0"/>
        </a:xfrm>
      </p:grpSpPr>
      <p:pic>
        <p:nvPicPr>
          <p:cNvPr id="10" name="Image 0" descr="/tmp/certops-slides/screenshots/homepage.png">
            <a:extLst>
              <a:ext uri="{FF2B5EF4-FFF2-40B4-BE49-F238E27FC236}">
                <a16:creationId xmlns:a16="http://schemas.microsoft.com/office/drawing/2014/main" id="{AD8DF6D9-9172-4468-9FBC-D9A62497CC86}"/>
              </a:ext>
            </a:extLst>
          </p:cNvPr>
          <p:cNvPicPr>
            <a:picLocks noChangeAspect="1"/>
          </p:cNvPicPr>
          <p:nvPr/>
        </p:nvPicPr>
        <p:blipFill>
          <a:blip r:embed="rId3"/>
          <a:srcRect l="17298" t="29706" r="17441" b="42067"/>
          <a:stretch>
            <a:fillRect/>
          </a:stretch>
        </p:blipFill>
        <p:spPr>
          <a:xfrm>
            <a:off x="2065662" y="3402835"/>
            <a:ext cx="5012675" cy="1355076"/>
          </a:xfrm>
          <a:prstGeom prst="rect">
            <a:avLst/>
          </a:prstGeom>
          <a:effectLst>
            <a:softEdge rad="63500"/>
          </a:effectLst>
        </p:spPr>
      </p:pic>
      <p:pic>
        <p:nvPicPr>
          <p:cNvPr id="12" name="Picture 11">
            <a:extLst>
              <a:ext uri="{FF2B5EF4-FFF2-40B4-BE49-F238E27FC236}">
                <a16:creationId xmlns:a16="http://schemas.microsoft.com/office/drawing/2014/main" id="{B0AD99A7-EB42-97AD-DD87-6F6A9D8219D2}"/>
              </a:ext>
            </a:extLst>
          </p:cNvPr>
          <p:cNvPicPr>
            <a:picLocks noChangeAspect="1"/>
          </p:cNvPicPr>
          <p:nvPr/>
        </p:nvPicPr>
        <p:blipFill>
          <a:blip r:embed="rId4"/>
          <a:srcRect l="10858" r="17754"/>
          <a:stretch>
            <a:fillRect/>
          </a:stretch>
        </p:blipFill>
        <p:spPr>
          <a:xfrm>
            <a:off x="0" y="-246993"/>
            <a:ext cx="8360206" cy="3954747"/>
          </a:xfrm>
          <a:prstGeom prst="rect">
            <a:avLst/>
          </a:prstGeom>
        </p:spPr>
      </p:pic>
    </p:spTree>
    <p:extLst>
      <p:ext uri="{BB962C8B-B14F-4D97-AF65-F5344CB8AC3E}">
        <p14:creationId xmlns:p14="http://schemas.microsoft.com/office/powerpoint/2010/main" val="4148440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D96AFD-FEA1-E1E9-B2C7-0C9FF181962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83DDE6-3126-57B1-2F7A-EBE2BF4DD0B8}"/>
              </a:ext>
            </a:extLst>
          </p:cNvPr>
          <p:cNvSpPr txBox="1"/>
          <p:nvPr/>
        </p:nvSpPr>
        <p:spPr>
          <a:xfrm>
            <a:off x="11439868" y="1138066"/>
            <a:ext cx="184731" cy="369332"/>
          </a:xfrm>
          <a:prstGeom prst="rect">
            <a:avLst/>
          </a:prstGeom>
          <a:noFill/>
        </p:spPr>
        <p:txBody>
          <a:bodyPr wrap="none" rtlCol="0">
            <a:spAutoFit/>
          </a:bodyPr>
          <a:lstStyle/>
          <a:p>
            <a:endParaRPr lang="en-US" dirty="0"/>
          </a:p>
        </p:txBody>
      </p:sp>
      <p:sp>
        <p:nvSpPr>
          <p:cNvPr id="14" name="Google Shape;796;g35c258be8e5_0_199">
            <a:extLst>
              <a:ext uri="{FF2B5EF4-FFF2-40B4-BE49-F238E27FC236}">
                <a16:creationId xmlns:a16="http://schemas.microsoft.com/office/drawing/2014/main" id="{BA11CF18-A570-7598-8C41-228FED79393B}"/>
              </a:ext>
            </a:extLst>
          </p:cNvPr>
          <p:cNvSpPr txBox="1">
            <a:spLocks/>
          </p:cNvSpPr>
          <p:nvPr/>
        </p:nvSpPr>
        <p:spPr>
          <a:xfrm>
            <a:off x="603764" y="206607"/>
            <a:ext cx="7198323" cy="1325700"/>
          </a:xfrm>
          <a:prstGeom prst="rect">
            <a:avLst/>
          </a:prstGeom>
          <a:noFill/>
          <a:ln>
            <a:noFill/>
          </a:ln>
        </p:spPr>
        <p:txBody>
          <a:bodyPr spcFirstLastPara="1" wrap="square" lIns="0" tIns="0" rIns="0" bIns="0" anchor="b" anchorCtr="0">
            <a:normAutofit/>
          </a:bodyPr>
          <a:lstStyle>
            <a:lvl1pPr algn="l" defTabSz="914400" rtl="0" eaLnBrk="1" latinLnBrk="0" hangingPunct="1">
              <a:lnSpc>
                <a:spcPct val="90000"/>
              </a:lnSpc>
              <a:spcBef>
                <a:spcPct val="0"/>
              </a:spcBef>
              <a:buNone/>
              <a:defRPr lang="en-US" sz="3200" b="0" i="0" kern="1200">
                <a:solidFill>
                  <a:schemeClr val="tx1"/>
                </a:solidFill>
                <a:latin typeface="Lato Black" panose="020F0502020204030203" pitchFamily="34" charset="77"/>
                <a:ea typeface="+mj-ea"/>
                <a:cs typeface="Prompt" pitchFamily="2" charset="-34"/>
              </a:defRPr>
            </a:lvl1pPr>
          </a:lstStyle>
          <a:p>
            <a:pPr>
              <a:spcBef>
                <a:spcPts val="0"/>
              </a:spcBef>
              <a:buClr>
                <a:schemeClr val="dk1"/>
              </a:buClr>
              <a:buSzPts val="4000"/>
              <a:buFont typeface="Lato"/>
              <a:buNone/>
            </a:pPr>
            <a:r>
              <a:rPr lang="en-US" sz="4000" b="1" dirty="0">
                <a:latin typeface="Lato"/>
                <a:ea typeface="Lato"/>
                <a:cs typeface="Lato"/>
                <a:sym typeface="Lato"/>
              </a:rPr>
              <a:t>Next Steps</a:t>
            </a:r>
            <a:br>
              <a:rPr lang="en-US" sz="4000" b="1" dirty="0">
                <a:latin typeface="Lato"/>
                <a:ea typeface="Lato"/>
                <a:cs typeface="Lato"/>
                <a:sym typeface="Lato"/>
              </a:rPr>
            </a:br>
            <a:endParaRPr lang="en-US" sz="4000" b="1" dirty="0">
              <a:latin typeface="Lato"/>
              <a:ea typeface="Lato"/>
              <a:cs typeface="Lato"/>
              <a:sym typeface="Lato"/>
            </a:endParaRPr>
          </a:p>
        </p:txBody>
      </p:sp>
    </p:spTree>
    <p:extLst>
      <p:ext uri="{BB962C8B-B14F-4D97-AF65-F5344CB8AC3E}">
        <p14:creationId xmlns:p14="http://schemas.microsoft.com/office/powerpoint/2010/main" val="4275385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21FA4D-5C74-9EED-D69B-7A3DD9348937}"/>
            </a:ext>
          </a:extLst>
        </p:cNvPr>
        <p:cNvGrpSpPr/>
        <p:nvPr/>
      </p:nvGrpSpPr>
      <p:grpSpPr>
        <a:xfrm>
          <a:off x="0" y="0"/>
          <a:ext cx="0" cy="0"/>
          <a:chOff x="0" y="0"/>
          <a:chExt cx="0" cy="0"/>
        </a:xfrm>
      </p:grpSpPr>
      <p:pic>
        <p:nvPicPr>
          <p:cNvPr id="15" name="Google Shape;859;p7" descr="Badge Question Mark with solid fill">
            <a:extLst>
              <a:ext uri="{FF2B5EF4-FFF2-40B4-BE49-F238E27FC236}">
                <a16:creationId xmlns:a16="http://schemas.microsoft.com/office/drawing/2014/main" id="{7223A2E1-CCE9-C304-754A-4A3D4368C2BD}"/>
              </a:ext>
            </a:extLst>
          </p:cNvPr>
          <p:cNvPicPr preferRelativeResize="0"/>
          <p:nvPr/>
        </p:nvPicPr>
        <p:blipFill rotWithShape="1">
          <a:blip r:embed="rId3">
            <a:alphaModFix/>
          </a:blip>
          <a:srcRect/>
          <a:stretch/>
        </p:blipFill>
        <p:spPr>
          <a:xfrm>
            <a:off x="4115668" y="2456257"/>
            <a:ext cx="914400" cy="914400"/>
          </a:xfrm>
          <a:prstGeom prst="rect">
            <a:avLst/>
          </a:prstGeom>
          <a:noFill/>
          <a:ln>
            <a:noFill/>
          </a:ln>
        </p:spPr>
      </p:pic>
      <p:sp>
        <p:nvSpPr>
          <p:cNvPr id="16" name="Google Shape;860;p7">
            <a:extLst>
              <a:ext uri="{FF2B5EF4-FFF2-40B4-BE49-F238E27FC236}">
                <a16:creationId xmlns:a16="http://schemas.microsoft.com/office/drawing/2014/main" id="{E4389AE7-5793-2421-4E94-36F0D73FCF98}"/>
              </a:ext>
            </a:extLst>
          </p:cNvPr>
          <p:cNvSpPr txBox="1"/>
          <p:nvPr/>
        </p:nvSpPr>
        <p:spPr>
          <a:xfrm>
            <a:off x="2501240" y="1396181"/>
            <a:ext cx="4141520" cy="1064482"/>
          </a:xfrm>
          <a:prstGeom prst="rect">
            <a:avLst/>
          </a:prstGeom>
          <a:noFill/>
          <a:ln>
            <a:noFill/>
          </a:ln>
        </p:spPr>
        <p:txBody>
          <a:bodyPr spcFirstLastPara="1" wrap="square" lIns="0" tIns="0" rIns="0" bIns="0" anchor="b" anchorCtr="0">
            <a:normAutofit/>
          </a:bodyPr>
          <a:lstStyle/>
          <a:p>
            <a:pPr marL="0" marR="0" lvl="0" indent="0" algn="l" rtl="0">
              <a:lnSpc>
                <a:spcPct val="90000"/>
              </a:lnSpc>
              <a:spcBef>
                <a:spcPts val="0"/>
              </a:spcBef>
              <a:spcAft>
                <a:spcPts val="0"/>
              </a:spcAft>
              <a:buClr>
                <a:schemeClr val="lt1"/>
              </a:buClr>
              <a:buSzPts val="7000"/>
              <a:buFont typeface="Lato Black"/>
              <a:buNone/>
            </a:pPr>
            <a:r>
              <a:rPr lang="en-US" sz="7000" b="0" i="0" dirty="0">
                <a:solidFill>
                  <a:schemeClr val="lt1"/>
                </a:solidFill>
                <a:latin typeface="Lato Black"/>
                <a:ea typeface="Lato Black"/>
                <a:cs typeface="Lato Black"/>
                <a:sym typeface="Lato Black"/>
              </a:rPr>
              <a:t>Questions</a:t>
            </a:r>
            <a:endParaRPr sz="7000" b="0" i="0" dirty="0">
              <a:solidFill>
                <a:schemeClr val="lt1"/>
              </a:solidFill>
              <a:latin typeface="Lato Black"/>
              <a:ea typeface="Lato Black"/>
              <a:cs typeface="Lato Black"/>
              <a:sym typeface="Lato Black"/>
            </a:endParaRPr>
          </a:p>
        </p:txBody>
      </p:sp>
    </p:spTree>
    <p:extLst>
      <p:ext uri="{BB962C8B-B14F-4D97-AF65-F5344CB8AC3E}">
        <p14:creationId xmlns:p14="http://schemas.microsoft.com/office/powerpoint/2010/main" val="1512180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14400" y="1188720"/>
            <a:ext cx="7315200" cy="914400"/>
          </a:xfrm>
          <a:prstGeom prst="rect">
            <a:avLst/>
          </a:prstGeom>
          <a:noFill/>
          <a:ln/>
        </p:spPr>
        <p:txBody>
          <a:bodyPr wrap="square" rtlCol="0" anchor="ctr"/>
          <a:lstStyle/>
          <a:p>
            <a:pPr marL="0" indent="0" algn="ctr">
              <a:buNone/>
            </a:pPr>
            <a:r>
              <a:rPr lang="en-US" sz="4400" b="1" dirty="0">
                <a:solidFill>
                  <a:srgbClr val="3B82F6"/>
                </a:solidFill>
                <a:latin typeface="Calibri" pitchFamily="34" charset="0"/>
                <a:ea typeface="Calibri" pitchFamily="34" charset="-122"/>
                <a:cs typeface="Calibri" pitchFamily="34" charset="-120"/>
              </a:rPr>
              <a:t>Thank You</a:t>
            </a:r>
            <a:r>
              <a:rPr lang="en-US" sz="4400" b="1" dirty="0">
                <a:solidFill>
                  <a:srgbClr val="FAFAFA"/>
                </a:solidFill>
                <a:latin typeface="Calibri" pitchFamily="34" charset="0"/>
                <a:ea typeface="Calibri" pitchFamily="34" charset="-122"/>
                <a:cs typeface="Calibri" pitchFamily="34" charset="-120"/>
              </a:rPr>
              <a:t> </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3226</TotalTime>
  <Words>1677</Words>
  <Application>Microsoft Macintosh PowerPoint</Application>
  <PresentationFormat>On-screen Show (16:9)</PresentationFormat>
  <Paragraphs>157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Lato</vt:lpstr>
      <vt:lpstr>Lato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CertOps Studio — AIE9 Demo Day</dc:title>
  <dc:subject>PptxGenJS Presentation</dc:subject>
  <dc:creator>Jose Mata</dc:creator>
  <cp:lastModifiedBy>Joseph Mata</cp:lastModifiedBy>
  <cp:revision>1</cp:revision>
  <dcterms:created xsi:type="dcterms:W3CDTF">2026-03-16T02:02:25Z</dcterms:created>
  <dcterms:modified xsi:type="dcterms:W3CDTF">2026-03-19T02:45:47Z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d6ee81-2126-4203-8511-ebee33cbf2ea_Enabled">
    <vt:lpwstr>true</vt:lpwstr>
  </property>
  <property fmtid="{D5CDD505-2E9C-101B-9397-08002B2CF9AE}" pid="3" name="MSIP_Label_10d6ee81-2126-4203-8511-ebee33cbf2ea_SetDate">
    <vt:lpwstr>2026-03-16T02:05:24Z</vt:lpwstr>
  </property>
  <property fmtid="{D5CDD505-2E9C-101B-9397-08002B2CF9AE}" pid="4" name="MSIP_Label_10d6ee81-2126-4203-8511-ebee33cbf2ea_Method">
    <vt:lpwstr>Standard</vt:lpwstr>
  </property>
  <property fmtid="{D5CDD505-2E9C-101B-9397-08002B2CF9AE}" pid="5" name="MSIP_Label_10d6ee81-2126-4203-8511-ebee33cbf2ea_Name">
    <vt:lpwstr>General</vt:lpwstr>
  </property>
  <property fmtid="{D5CDD505-2E9C-101B-9397-08002B2CF9AE}" pid="6" name="MSIP_Label_10d6ee81-2126-4203-8511-ebee33cbf2ea_SiteId">
    <vt:lpwstr>47049324-c498-4be5-acf7-0154448a1107</vt:lpwstr>
  </property>
  <property fmtid="{D5CDD505-2E9C-101B-9397-08002B2CF9AE}" pid="7" name="MSIP_Label_10d6ee81-2126-4203-8511-ebee33cbf2ea_ActionId">
    <vt:lpwstr>37cc228e-6da7-4e63-bf64-987ebdb3f5cd</vt:lpwstr>
  </property>
  <property fmtid="{D5CDD505-2E9C-101B-9397-08002B2CF9AE}" pid="8" name="MSIP_Label_10d6ee81-2126-4203-8511-ebee33cbf2ea_ContentBits">
    <vt:lpwstr>0</vt:lpwstr>
  </property>
  <property fmtid="{D5CDD505-2E9C-101B-9397-08002B2CF9AE}" pid="9" name="MSIP_Label_10d6ee81-2126-4203-8511-ebee33cbf2ea_Tag">
    <vt:lpwstr>50, 3, 0, 1</vt:lpwstr>
  </property>
</Properties>
</file>